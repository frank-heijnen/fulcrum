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33.xml" ContentType="application/vnd.openxmlformats-officedocument.customXmlProperties+xml"/>
  <Override PartName="/customXml/itemProps134.xml" ContentType="application/vnd.openxmlformats-officedocument.customXmlProperties+xml"/>
  <Override PartName="/customXml/itemProps135.xml" ContentType="application/vnd.openxmlformats-officedocument.customXmlProperties+xml"/>
  <Override PartName="/customXml/itemProps136.xml" ContentType="application/vnd.openxmlformats-officedocument.customXmlProperties+xml"/>
  <Override PartName="/customXml/itemProps137.xml" ContentType="application/vnd.openxmlformats-officedocument.customXmlProperties+xml"/>
  <Override PartName="/customXml/itemProps138.xml" ContentType="application/vnd.openxmlformats-officedocument.customXmlProperties+xml"/>
  <Override PartName="/customXml/itemProps139.xml" ContentType="application/vnd.openxmlformats-officedocument.customXmlProperties+xml"/>
  <Override PartName="/customXml/itemProps140.xml" ContentType="application/vnd.openxmlformats-officedocument.customXmlProperties+xml"/>
  <Override PartName="/customXml/itemProps141.xml" ContentType="application/vnd.openxmlformats-officedocument.customXmlProperties+xml"/>
  <Override PartName="/customXml/itemProps142.xml" ContentType="application/vnd.openxmlformats-officedocument.customXmlProperties+xml"/>
  <Override PartName="/customXml/itemProps143.xml" ContentType="application/vnd.openxmlformats-officedocument.customXmlProperties+xml"/>
  <Override PartName="/customXml/itemProps144.xml" ContentType="application/vnd.openxmlformats-officedocument.customXmlProperties+xml"/>
  <Override PartName="/customXml/itemProps145.xml" ContentType="application/vnd.openxmlformats-officedocument.customXmlProperties+xml"/>
  <Override PartName="/customXml/itemProps146.xml" ContentType="application/vnd.openxmlformats-officedocument.customXmlProperties+xml"/>
  <Override PartName="/customXml/itemProps147.xml" ContentType="application/vnd.openxmlformats-officedocument.customXmlProperties+xml"/>
  <Override PartName="/customXml/itemProps148.xml" ContentType="application/vnd.openxmlformats-officedocument.customXmlProperties+xml"/>
  <Override PartName="/customXml/itemProps149.xml" ContentType="application/vnd.openxmlformats-officedocument.customXmlProperties+xml"/>
  <Override PartName="/customXml/itemProps150.xml" ContentType="application/vnd.openxmlformats-officedocument.customXmlProperties+xml"/>
  <Override PartName="/customXml/itemProps151.xml" ContentType="application/vnd.openxmlformats-officedocument.customXmlProperties+xml"/>
  <Override PartName="/customXml/itemProps152.xml" ContentType="application/vnd.openxmlformats-officedocument.customXmlProperties+xml"/>
  <Override PartName="/customXml/itemProps153.xml" ContentType="application/vnd.openxmlformats-officedocument.customXmlProperties+xml"/>
  <Override PartName="/customXml/itemProps154.xml" ContentType="application/vnd.openxmlformats-officedocument.customXmlProperties+xml"/>
  <Override PartName="/customXml/itemProps155.xml" ContentType="application/vnd.openxmlformats-officedocument.customXmlProperties+xml"/>
  <Override PartName="/customXml/itemProps156.xml" ContentType="application/vnd.openxmlformats-officedocument.customXmlProperties+xml"/>
  <Override PartName="/customXml/itemProps157.xml" ContentType="application/vnd.openxmlformats-officedocument.customXmlProperties+xml"/>
  <Override PartName="/customXml/itemProps158.xml" ContentType="application/vnd.openxmlformats-officedocument.customXmlProperties+xml"/>
  <Override PartName="/customXml/itemProps159.xml" ContentType="application/vnd.openxmlformats-officedocument.customXmlProperties+xml"/>
  <Override PartName="/customXml/itemProps160.xml" ContentType="application/vnd.openxmlformats-officedocument.customXmlProperties+xml"/>
  <Override PartName="/customXml/itemProps161.xml" ContentType="application/vnd.openxmlformats-officedocument.customXmlProperties+xml"/>
  <Override PartName="/customXml/itemProps162.xml" ContentType="application/vnd.openxmlformats-officedocument.customXmlProperties+xml"/>
  <Override PartName="/customXml/itemProps163.xml" ContentType="application/vnd.openxmlformats-officedocument.customXmlProperties+xml"/>
  <Override PartName="/customXml/itemProps164.xml" ContentType="application/vnd.openxmlformats-officedocument.customXmlProperties+xml"/>
  <Override PartName="/customXml/itemProps165.xml" ContentType="application/vnd.openxmlformats-officedocument.customXmlProperties+xml"/>
  <Override PartName="/customXml/itemProps166.xml" ContentType="application/vnd.openxmlformats-officedocument.customXmlProperties+xml"/>
  <Override PartName="/customXml/itemProps167.xml" ContentType="application/vnd.openxmlformats-officedocument.customXmlProperties+xml"/>
  <Override PartName="/customXml/itemProps168.xml" ContentType="application/vnd.openxmlformats-officedocument.customXmlProperties+xml"/>
  <Override PartName="/customXml/itemProps169.xml" ContentType="application/vnd.openxmlformats-officedocument.customXmlProperties+xml"/>
  <Override PartName="/customXml/itemProps170.xml" ContentType="application/vnd.openxmlformats-officedocument.customXmlProperties+xml"/>
  <Override PartName="/customXml/itemProps17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72"/>
    <p:sldMasterId id="2147483738" r:id="rId173"/>
  </p:sldMasterIdLst>
  <p:notesMasterIdLst>
    <p:notesMasterId r:id="rId184"/>
  </p:notesMasterIdLst>
  <p:handoutMasterIdLst>
    <p:handoutMasterId r:id="rId185"/>
  </p:handoutMasterIdLst>
  <p:sldIdLst>
    <p:sldId id="2147475339" r:id="rId174"/>
    <p:sldId id="2147475346" r:id="rId175"/>
    <p:sldId id="2147475347" r:id="rId176"/>
    <p:sldId id="2147475349" r:id="rId177"/>
    <p:sldId id="2147475350" r:id="rId178"/>
    <p:sldId id="2147475356" r:id="rId179"/>
    <p:sldId id="2147475352" r:id="rId180"/>
    <p:sldId id="2147475353" r:id="rId181"/>
    <p:sldId id="2147475354" r:id="rId182"/>
    <p:sldId id="2147475355" r:id="rId183"/>
  </p:sldIdLst>
  <p:sldSz cx="12192000" cy="6858000"/>
  <p:notesSz cx="6858000" cy="9144000"/>
  <p:custDataLst>
    <p:custData r:id="rId171"/>
    <p:tags r:id="rId186"/>
  </p:custDataLst>
  <p:defaultText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9B0486D-A09B-3409-FDD0-4F08231959BF}" name="Murphy, Brendan" initials="MB" userId="S::brendan.murphy@lippincott.com::e63f784d-d49e-40d3-9f65-7b70cf16318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tringer, Adam" initials="SA" lastIdx="13" clrIdx="0">
    <p:extLst>
      <p:ext uri="{19B8F6BF-5375-455C-9EA6-DF929625EA0E}">
        <p15:presenceInfo xmlns:p15="http://schemas.microsoft.com/office/powerpoint/2012/main" userId="S::adam.stringer@lippincott.com::7e8bf982-08f3-4205-8544-04909412e74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3EE"/>
    <a:srgbClr val="6ABF30"/>
    <a:srgbClr val="D7D1C9"/>
    <a:srgbClr val="FFBF00"/>
    <a:srgbClr val="8F20DE"/>
    <a:srgbClr val="C53532"/>
    <a:srgbClr val="B9B6B1"/>
    <a:srgbClr val="000000"/>
    <a:srgbClr val="2F7500"/>
    <a:srgbClr val="3D3C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C8800F-8B0D-4B6C-874B-6C3219F507A2}" v="72" dt="2026-10-21T13:53:55.813"/>
  </p1510:revLst>
</p1510:revInfo>
</file>

<file path=ppt/tableStyles.xml><?xml version="1.0" encoding="utf-8"?>
<a:tblStyleLst xmlns:a="http://schemas.openxmlformats.org/drawingml/2006/main" def="{C1A551C0-2026-AC11-E31C-4D4D43000001}">
  <a:tblStyle styleId="{C1A551C0-2026-AC11-E31C-4D4D43000001}" styleName="Marsh 2026 Brand Table 1">
    <a:wholeTbl>
      <a:tcTxStyle>
        <a:fontRef idx="minor">
          <a:schemeClr val="dk1"/>
        </a:fontRef>
        <a:schemeClr val="dk1"/>
      </a:tcTxStyle>
      <a:tcStyle>
        <a:tcBdr>
          <a:left>
            <a:ln w="12700" cmpd="sng">
              <a:noFill/>
            </a:ln>
          </a:left>
          <a:right>
            <a:ln w="12700" cmpd="sng">
              <a:noFill/>
            </a:ln>
          </a:right>
          <a:top>
            <a:ln w="12700" cmpd="sng">
              <a:noFill/>
            </a:ln>
          </a:top>
          <a:bottom>
            <a:ln w="12700" cmpd="sng">
              <a:noFill/>
            </a:ln>
          </a:bottom>
          <a:insideH>
            <a:ln w="6350" cmpd="sng">
              <a:solidFill>
                <a:schemeClr val="dk1">
                  <a:tint val="100000"/>
                </a:schemeClr>
              </a:solidFill>
            </a:ln>
          </a:insideH>
          <a:insideV>
            <a:ln w="12700" cmpd="sng">
              <a:noFill/>
            </a:ln>
          </a:insideV>
        </a:tcBdr>
        <a:fill>
          <a:solidFill>
            <a:schemeClr val="lt1">
              <a:tint val="100000"/>
            </a:schemeClr>
          </a:solidFill>
        </a:fill>
      </a:tcStyle>
    </a:wholeTbl>
    <a:lastCol>
      <a:tcTxStyle b="on">
        <a:fontRef idx="minor">
          <a:prstClr val="black"/>
        </a:fontRef>
        <a:schemeClr val="dk1"/>
      </a:tcTxStyle>
      <a:tcStyle>
        <a:tcBdr/>
        <a:fill>
          <a:solidFill>
            <a:schemeClr val="lt1">
              <a:tint val="100000"/>
            </a:schemeClr>
          </a:solidFill>
        </a:fill>
      </a:tcStyle>
    </a:lastCol>
    <a:firstCol>
      <a:tcTxStyle b="on">
        <a:fontRef idx="minor">
          <a:prstClr val="black"/>
        </a:fontRef>
        <a:schemeClr val="dk1"/>
      </a:tcTxStyle>
      <a:tcStyle>
        <a:tcBdr/>
        <a:fill>
          <a:solidFill>
            <a:schemeClr val="lt1">
              <a:tint val="100000"/>
            </a:schemeClr>
          </a:solidFill>
        </a:fill>
      </a:tcStyle>
    </a:firstCol>
    <a:lastRow>
      <a:tcTxStyle b="on">
        <a:fontRef idx="minor">
          <a:prstClr val="black"/>
        </a:fontRef>
        <a:schemeClr val="dk1"/>
      </a:tcTxStyle>
      <a:tcStyle>
        <a:tcBdr>
          <a:left>
            <a:ln w="12700" cmpd="sng">
              <a:noFill/>
            </a:ln>
          </a:left>
          <a:right>
            <a:ln w="12700" cmpd="sng">
              <a:noFill/>
            </a:ln>
          </a:right>
          <a:top>
            <a:ln w="12700" cmpd="sng">
              <a:solidFill>
                <a:schemeClr val="dk1">
                  <a:tint val="100000"/>
                </a:schemeClr>
              </a:solidFill>
            </a:ln>
          </a:top>
          <a:bottom>
            <a:ln w="12700" cmpd="sng">
              <a:solidFill>
                <a:schemeClr val="dk1">
                  <a:tint val="100000"/>
                </a:schemeClr>
              </a:solidFill>
            </a:ln>
          </a:bottom>
          <a:insideH>
            <a:ln w="12700" cmpd="sng">
              <a:solidFill>
                <a:schemeClr val="dk1">
                  <a:tint val="100000"/>
                </a:schemeClr>
              </a:solidFill>
            </a:ln>
          </a:insideH>
          <a:insideV>
            <a:ln w="12700" cmpd="sng">
              <a:noFill/>
            </a:ln>
          </a:insideV>
        </a:tcBdr>
        <a:fill>
          <a:solidFill>
            <a:schemeClr val="lt1">
              <a:tint val="100000"/>
            </a:schemeClr>
          </a:solidFill>
        </a:fill>
      </a:tcStyle>
    </a:lastRow>
    <a:firstRow>
      <a:tcTxStyle b="on">
        <a:fontRef idx="minor">
          <a:schemeClr val="lt1"/>
        </a:fontRef>
        <a:schemeClr val="lt1"/>
      </a:tcTxStyle>
      <a:tcStyle>
        <a:tcBdr/>
        <a:fill>
          <a:solidFill>
            <a:schemeClr val="dk1"/>
          </a:solidFill>
        </a:fill>
      </a:tcStyle>
    </a:firstRow>
  </a:tblStyle>
  <a:tblStyle styleId="{C1A551C0-2026-AC11-E31C-4D4D43000002}" styleName="Marsh 2026 Brand Table 2">
    <a:wholeTbl>
      <a:tcTxStyle>
        <a:fontRef idx="minor">
          <a:schemeClr val="dk1"/>
        </a:fontRef>
        <a:schemeClr val="dk1"/>
      </a:tcTxStyle>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fill>
          <a:solidFill>
            <a:schemeClr val="lt1">
              <a:tint val="100000"/>
            </a:schemeClr>
          </a:solidFill>
        </a:fill>
      </a:tcStyle>
    </a:wholeTbl>
    <a:band1H>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fill>
          <a:solidFill>
            <a:srgbClr val="F7F3EE"/>
          </a:solidFill>
        </a:fill>
      </a:tcStyle>
    </a:band1H>
    <a:band2H>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tcStyle>
    </a:band2H>
    <a:band1V>
      <a:tcStyle>
        <a:tcBdr/>
        <a:fill>
          <a:solidFill>
            <a:srgbClr val="F7F3EE"/>
          </a:solidFill>
        </a:fill>
      </a:tcStyle>
    </a:band1V>
    <a:band2V>
      <a:tcStyle>
        <a:tcBdr/>
      </a:tcStyle>
    </a:band2V>
    <a:lastCol>
      <a:tcTxStyle b="on">
        <a:fontRef idx="minor">
          <a:prstClr val="black"/>
        </a:fontRef>
        <a:schemeClr val="dk1"/>
      </a:tcTxStyle>
      <a:tcStyle>
        <a:tcBdr/>
        <a:fill>
          <a:solidFill>
            <a:schemeClr val="accent5">
              <a:tint val="100000"/>
            </a:schemeClr>
          </a:solidFill>
        </a:fill>
      </a:tcStyle>
    </a:lastCol>
    <a:firstCol>
      <a:tcTxStyle b="on">
        <a:fontRef idx="minor">
          <a:prstClr val="black"/>
        </a:fontRef>
        <a:schemeClr val="dk1"/>
      </a:tcTxStyle>
      <a:tcStyle>
        <a:tcBdr/>
        <a:fill>
          <a:solidFill>
            <a:schemeClr val="accent5"/>
          </a:solidFill>
        </a:fill>
      </a:tcStyle>
    </a:firstCol>
    <a:lastRow>
      <a:tcTxStyle b="on">
        <a:fontRef idx="minor">
          <a:schemeClr val="dk1"/>
        </a:fontRef>
        <a:schemeClr val="dk1"/>
      </a:tcTxStyle>
      <a:tcStyle>
        <a:tcBdr/>
        <a:fill>
          <a:solidFill>
            <a:schemeClr val="accent5"/>
          </a:solidFill>
        </a:fill>
      </a:tcStyle>
    </a:lastRow>
    <a:firstRow>
      <a:tcTxStyle b="on">
        <a:fontRef idx="minor">
          <a:schemeClr val="lt1"/>
        </a:fontRef>
        <a:schemeClr val="lt1"/>
      </a:tcTxStyle>
      <a:tcStyle>
        <a:tcBdr/>
        <a:fill>
          <a:solidFill>
            <a:schemeClr val="dk1"/>
          </a:solidFill>
        </a:fill>
      </a:tcStyle>
    </a:firstRow>
  </a:tblStyle>
  <a:tblStyle styleId="{C1A551C0-2021-AC11-E31C-4D4D43000001}" styleName="MMC 2021 Brand Table 1">
    <a:wholeTbl>
      <a:tcTxStyle>
        <a:fontRef idx="minor">
          <a:schemeClr val="dk1"/>
        </a:fontRef>
        <a:schemeClr val="dk1"/>
      </a:tcTxStyle>
      <a:tcStyle>
        <a:tcBdr>
          <a:left>
            <a:ln w="12700" cmpd="sng">
              <a:noFill/>
            </a:ln>
          </a:left>
          <a:right>
            <a:ln w="12700" cmpd="sng">
              <a:noFill/>
            </a:ln>
          </a:right>
          <a:top>
            <a:ln w="12700" cmpd="sng">
              <a:noFill/>
            </a:ln>
          </a:top>
          <a:bottom>
            <a:ln w="12700" cmpd="sng">
              <a:noFill/>
            </a:ln>
          </a:bottom>
          <a:insideH>
            <a:ln w="12700" cmpd="sng">
              <a:solidFill>
                <a:srgbClr val="949494"/>
              </a:solidFill>
            </a:ln>
          </a:insideH>
          <a:insideV>
            <a:ln w="12700" cmpd="sng">
              <a:noFill/>
            </a:ln>
          </a:insideV>
        </a:tcBdr>
        <a:fill>
          <a:solidFill>
            <a:schemeClr val="lt1">
              <a:tint val="100000"/>
            </a:schemeClr>
          </a:solidFill>
        </a:fill>
      </a:tcStyle>
    </a:wholeTbl>
    <a:band1H>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fill>
          <a:solidFill>
            <a:srgbClr val="F0F0F0"/>
          </a:solidFill>
        </a:fill>
      </a:tcStyle>
    </a:band1H>
    <a:band2H>
      <a:tcStyle>
        <a:tcBdr>
          <a:left>
            <a:ln w="12700" cmpd="sng">
              <a:noFill/>
            </a:ln>
          </a:left>
          <a:right>
            <a:ln w="12700" cmpd="sng">
              <a:noFill/>
            </a:ln>
          </a:right>
          <a:top>
            <a:ln w="12700" cmpd="sng">
              <a:noFill/>
            </a:ln>
          </a:top>
          <a:bottom>
            <a:ln w="12700" cmpd="sng">
              <a:noFill/>
            </a:ln>
          </a:bottom>
          <a:insideH>
            <a:ln w="12700" cmpd="sng">
              <a:noFill/>
            </a:ln>
          </a:insideH>
          <a:insideV>
            <a:ln w="12700" cmpd="sng">
              <a:noFill/>
            </a:ln>
          </a:insideV>
        </a:tcBdr>
      </a:tcStyle>
    </a:band2H>
    <a:band1V>
      <a:tcStyle>
        <a:tcBdr/>
        <a:fill>
          <a:solidFill>
            <a:srgbClr val="F0F0F0"/>
          </a:solidFill>
        </a:fill>
      </a:tcStyle>
    </a:band1V>
    <a:band2V>
      <a:tcStyle>
        <a:tcBdr/>
      </a:tcStyle>
    </a:band2V>
    <a:lastCol>
      <a:tcTxStyle b="on">
        <a:fontRef idx="minor">
          <a:prstClr val="black"/>
        </a:fontRef>
        <a:schemeClr val="bg1"/>
      </a:tcTxStyle>
      <a:tcStyle>
        <a:tcBdr>
          <a:insideH>
            <a:ln w="12700" cmpd="sng">
              <a:solidFill>
                <a:srgbClr val="FFFFFF"/>
              </a:solidFill>
            </a:ln>
          </a:insideH>
        </a:tcBdr>
        <a:fill>
          <a:solidFill>
            <a:schemeClr val="accent1">
              <a:tint val="100000"/>
            </a:schemeClr>
          </a:solidFill>
        </a:fill>
      </a:tcStyle>
    </a:lastCol>
    <a:firstCol>
      <a:tcTxStyle b="on">
        <a:fontRef idx="minor">
          <a:prstClr val="black"/>
        </a:fontRef>
        <a:schemeClr val="bg1"/>
      </a:tcTxStyle>
      <a:tcStyle>
        <a:tcBdr>
          <a:insideH>
            <a:ln w="12700" cmpd="sng">
              <a:solidFill>
                <a:srgbClr val="FFFFFF"/>
              </a:solidFill>
            </a:ln>
          </a:insideH>
        </a:tcBdr>
        <a:fill>
          <a:solidFill>
            <a:schemeClr val="accent1"/>
          </a:solidFill>
        </a:fill>
      </a:tcStyle>
    </a:firstCol>
    <a:lastRow>
      <a:tcTxStyle b="on">
        <a:fontRef idx="minor">
          <a:schemeClr val="bg1"/>
        </a:fontRef>
        <a:schemeClr val="bg1"/>
      </a:tcTxStyle>
      <a:tcStyle>
        <a:tcBdr/>
        <a:fill>
          <a:solidFill>
            <a:srgbClr val="565656"/>
          </a:solidFill>
        </a:fill>
      </a:tcStyle>
    </a:lastRow>
    <a:firstRow>
      <a:tcTxStyle b="on">
        <a:fontRef idx="minor">
          <a:schemeClr val="bg1"/>
        </a:fontRef>
        <a:schemeClr val="bg1"/>
      </a:tcTxStyle>
      <a:tcStyle>
        <a:tcBdr/>
        <a:fill>
          <a:solidFill>
            <a:srgbClr val="002C77"/>
          </a:solidFill>
        </a:fill>
      </a:tcStyle>
    </a:firstRow>
  </a:tblStyle>
  <a:tblStyle styleId="{C1A551C0-2021-AC11-E31C-4D4D43000002}" styleName="MMC 2021 Brand Table 2">
    <a:wholeTbl>
      <a:tcTxStyle>
        <a:fontRef idx="minor">
          <a:schemeClr val="dk1"/>
        </a:fontRef>
        <a:schemeClr val="dk1"/>
      </a:tcTxStyle>
      <a:tcStyle>
        <a:tcBdr>
          <a:left>
            <a:ln w="12700" cmpd="sng">
              <a:noFill/>
            </a:ln>
          </a:left>
          <a:right>
            <a:ln w="12700" cmpd="sng">
              <a:noFill/>
            </a:ln>
          </a:right>
          <a:top>
            <a:ln w="12700" cmpd="sng">
              <a:noFill/>
            </a:ln>
          </a:top>
          <a:bottom>
            <a:ln w="12700" cmpd="sng">
              <a:noFill/>
            </a:ln>
          </a:bottom>
          <a:insideH>
            <a:ln w="12700" cmpd="sng">
              <a:solidFill>
                <a:srgbClr val="949494"/>
              </a:solidFill>
            </a:ln>
          </a:insideH>
          <a:insideV>
            <a:ln w="12700" cmpd="sng">
              <a:noFill/>
            </a:ln>
          </a:insideV>
        </a:tcBdr>
        <a:fill>
          <a:solidFill>
            <a:schemeClr val="lt1">
              <a:tint val="100000"/>
            </a:schemeClr>
          </a:solidFill>
        </a:fill>
      </a:tcStyle>
    </a:wholeTbl>
    <a:lastCol>
      <a:tcTxStyle b="on">
        <a:fontRef idx="minor">
          <a:prstClr val="black"/>
        </a:fontRef>
        <a:schemeClr val="dk1"/>
      </a:tcTxStyle>
      <a:tcStyle>
        <a:tcBdr/>
        <a:fill>
          <a:solidFill>
            <a:schemeClr val="lt1">
              <a:tint val="100000"/>
            </a:schemeClr>
          </a:solidFill>
        </a:fill>
      </a:tcStyle>
    </a:lastCol>
    <a:firstCol>
      <a:tcTxStyle b="on">
        <a:fontRef idx="minor">
          <a:prstClr val="black"/>
        </a:fontRef>
        <a:schemeClr val="dk1"/>
      </a:tcTxStyle>
      <a:tcStyle>
        <a:tcBdr/>
        <a:fill>
          <a:solidFill>
            <a:schemeClr val="lt1">
              <a:tint val="100000"/>
            </a:schemeClr>
          </a:solidFill>
        </a:fill>
      </a:tcStyle>
    </a:firstCol>
    <a:lastRow>
      <a:tcTxStyle>
        <a:fontRef idx="minor">
          <a:prstClr val="black"/>
        </a:fontRef>
        <a:schemeClr val="dk1"/>
      </a:tcTxStyle>
      <a:tcStyle>
        <a:tcBdr>
          <a:left>
            <a:ln w="12700" cmpd="sng">
              <a:noFill/>
            </a:ln>
          </a:left>
          <a:right>
            <a:ln w="12700" cmpd="sng">
              <a:noFill/>
            </a:ln>
          </a:right>
          <a:top>
            <a:ln w="28575" cmpd="sng">
              <a:solidFill>
                <a:srgbClr val="565656"/>
              </a:solidFill>
            </a:ln>
          </a:top>
          <a:bottom>
            <a:ln w="28575" cmpd="sng">
              <a:solidFill>
                <a:srgbClr val="565656"/>
              </a:solidFill>
            </a:ln>
          </a:bottom>
          <a:insideH>
            <a:ln w="28575" cmpd="sng">
              <a:solidFill>
                <a:srgbClr val="565656"/>
              </a:solidFill>
            </a:ln>
          </a:insideH>
          <a:insideV>
            <a:ln w="12700" cmpd="sng">
              <a:noFill/>
            </a:ln>
          </a:insideV>
        </a:tcBdr>
        <a:fill>
          <a:solidFill>
            <a:schemeClr val="lt1">
              <a:tint val="100000"/>
            </a:schemeClr>
          </a:solidFill>
        </a:fill>
      </a:tcStyle>
    </a:lastRow>
    <a:firstRow>
      <a:tcTxStyle b="on">
        <a:fontRef idx="minor">
          <a:schemeClr val="bg1"/>
        </a:fontRef>
        <a:srgbClr val="002C77"/>
      </a:tcTxStyle>
      <a:tcStyle>
        <a:tcBdr/>
        <a:fill>
          <a:solidFill>
            <a:schemeClr val="lt1">
              <a:tint val="10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1646" autoAdjust="0"/>
  </p:normalViewPr>
  <p:slideViewPr>
    <p:cSldViewPr snapToGrid="0">
      <p:cViewPr>
        <p:scale>
          <a:sx n="100" d="100"/>
          <a:sy n="100" d="100"/>
        </p:scale>
        <p:origin x="102" y="11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customXml" Target="../customXml/item117.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customXml" Target="../customXml/item84.xml"/><Relationship Id="rId138" Type="http://schemas.openxmlformats.org/officeDocument/2006/relationships/customXml" Target="../customXml/item138.xml"/><Relationship Id="rId159" Type="http://schemas.openxmlformats.org/officeDocument/2006/relationships/customXml" Target="../customXml/item159.xml"/><Relationship Id="rId170" Type="http://schemas.openxmlformats.org/officeDocument/2006/relationships/customXml" Target="../customXml/item170.xml"/><Relationship Id="rId191" Type="http://schemas.openxmlformats.org/officeDocument/2006/relationships/tableStyles" Target="tableStyles.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customXml" Target="../customXml/item128.xml"/><Relationship Id="rId149" Type="http://schemas.openxmlformats.org/officeDocument/2006/relationships/customXml" Target="../customXml/item149.xml"/><Relationship Id="rId5" Type="http://schemas.openxmlformats.org/officeDocument/2006/relationships/customXml" Target="../customXml/item5.xml"/><Relationship Id="rId95" Type="http://schemas.openxmlformats.org/officeDocument/2006/relationships/customXml" Target="../customXml/item95.xml"/><Relationship Id="rId160" Type="http://schemas.openxmlformats.org/officeDocument/2006/relationships/customXml" Target="../customXml/item160.xml"/><Relationship Id="rId181" Type="http://schemas.openxmlformats.org/officeDocument/2006/relationships/slide" Target="slides/slide8.xml"/><Relationship Id="rId22" Type="http://schemas.openxmlformats.org/officeDocument/2006/relationships/customXml" Target="../customXml/item22.xml"/><Relationship Id="rId43" Type="http://schemas.openxmlformats.org/officeDocument/2006/relationships/customXml" Target="../customXml/item43.xml"/><Relationship Id="rId64" Type="http://schemas.openxmlformats.org/officeDocument/2006/relationships/customXml" Target="../customXml/item64.xml"/><Relationship Id="rId118" Type="http://schemas.openxmlformats.org/officeDocument/2006/relationships/customXml" Target="../customXml/item118.xml"/><Relationship Id="rId139" Type="http://schemas.openxmlformats.org/officeDocument/2006/relationships/customXml" Target="../customXml/item139.xml"/><Relationship Id="rId85" Type="http://schemas.openxmlformats.org/officeDocument/2006/relationships/customXml" Target="../customXml/item85.xml"/><Relationship Id="rId150" Type="http://schemas.openxmlformats.org/officeDocument/2006/relationships/customXml" Target="../customXml/item150.xml"/><Relationship Id="rId171" Type="http://schemas.openxmlformats.org/officeDocument/2006/relationships/customXml" Target="../customXml/item171.xml"/><Relationship Id="rId192" Type="http://schemas.microsoft.com/office/2016/11/relationships/changesInfo" Target="changesInfos/changesInfo1.xml"/><Relationship Id="rId12" Type="http://schemas.openxmlformats.org/officeDocument/2006/relationships/customXml" Target="../customXml/item12.xml"/><Relationship Id="rId33" Type="http://schemas.openxmlformats.org/officeDocument/2006/relationships/customXml" Target="../customXml/item33.xml"/><Relationship Id="rId108" Type="http://schemas.openxmlformats.org/officeDocument/2006/relationships/customXml" Target="../customXml/item108.xml"/><Relationship Id="rId129" Type="http://schemas.openxmlformats.org/officeDocument/2006/relationships/customXml" Target="../customXml/item129.xml"/><Relationship Id="rId54" Type="http://schemas.openxmlformats.org/officeDocument/2006/relationships/customXml" Target="../customXml/item54.xml"/><Relationship Id="rId75" Type="http://schemas.openxmlformats.org/officeDocument/2006/relationships/customXml" Target="../customXml/item75.xml"/><Relationship Id="rId96" Type="http://schemas.openxmlformats.org/officeDocument/2006/relationships/customXml" Target="../customXml/item96.xml"/><Relationship Id="rId140" Type="http://schemas.openxmlformats.org/officeDocument/2006/relationships/customXml" Target="../customXml/item140.xml"/><Relationship Id="rId161" Type="http://schemas.openxmlformats.org/officeDocument/2006/relationships/customXml" Target="../customXml/item161.xml"/><Relationship Id="rId182" Type="http://schemas.openxmlformats.org/officeDocument/2006/relationships/slide" Target="slides/slide9.xml"/><Relationship Id="rId6" Type="http://schemas.openxmlformats.org/officeDocument/2006/relationships/customXml" Target="../customXml/item6.xml"/><Relationship Id="rId23" Type="http://schemas.openxmlformats.org/officeDocument/2006/relationships/customXml" Target="../customXml/item23.xml"/><Relationship Id="rId119" Type="http://schemas.openxmlformats.org/officeDocument/2006/relationships/customXml" Target="../customXml/item119.xml"/><Relationship Id="rId44" Type="http://schemas.openxmlformats.org/officeDocument/2006/relationships/customXml" Target="../customXml/item44.xml"/><Relationship Id="rId65" Type="http://schemas.openxmlformats.org/officeDocument/2006/relationships/customXml" Target="../customXml/item65.xml"/><Relationship Id="rId86" Type="http://schemas.openxmlformats.org/officeDocument/2006/relationships/customXml" Target="../customXml/item86.xml"/><Relationship Id="rId130" Type="http://schemas.openxmlformats.org/officeDocument/2006/relationships/customXml" Target="../customXml/item130.xml"/><Relationship Id="rId151" Type="http://schemas.openxmlformats.org/officeDocument/2006/relationships/customXml" Target="../customXml/item151.xml"/><Relationship Id="rId172" Type="http://schemas.openxmlformats.org/officeDocument/2006/relationships/slideMaster" Target="slideMasters/slideMaster1.xml"/><Relationship Id="rId193" Type="http://schemas.microsoft.com/office/2015/10/relationships/revisionInfo" Target="revisionInfo.xml"/><Relationship Id="rId13" Type="http://schemas.openxmlformats.org/officeDocument/2006/relationships/customXml" Target="../customXml/item13.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customXml" Target="../customXml/item120.xml"/><Relationship Id="rId125" Type="http://schemas.openxmlformats.org/officeDocument/2006/relationships/customXml" Target="../customXml/item125.xml"/><Relationship Id="rId141" Type="http://schemas.openxmlformats.org/officeDocument/2006/relationships/customXml" Target="../customXml/item141.xml"/><Relationship Id="rId146" Type="http://schemas.openxmlformats.org/officeDocument/2006/relationships/customXml" Target="../customXml/item146.xml"/><Relationship Id="rId167" Type="http://schemas.openxmlformats.org/officeDocument/2006/relationships/customXml" Target="../customXml/item167.xml"/><Relationship Id="rId188" Type="http://schemas.openxmlformats.org/officeDocument/2006/relationships/presProps" Target="presProps.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162" Type="http://schemas.openxmlformats.org/officeDocument/2006/relationships/customXml" Target="../customXml/item162.xml"/><Relationship Id="rId183" Type="http://schemas.openxmlformats.org/officeDocument/2006/relationships/slide" Target="slides/slide10.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customXml" Target="../customXml/item110.xml"/><Relationship Id="rId115" Type="http://schemas.openxmlformats.org/officeDocument/2006/relationships/customXml" Target="../customXml/item115.xml"/><Relationship Id="rId131" Type="http://schemas.openxmlformats.org/officeDocument/2006/relationships/customXml" Target="../customXml/item131.xml"/><Relationship Id="rId136" Type="http://schemas.openxmlformats.org/officeDocument/2006/relationships/customXml" Target="../customXml/item136.xml"/><Relationship Id="rId157" Type="http://schemas.openxmlformats.org/officeDocument/2006/relationships/customXml" Target="../customXml/item157.xml"/><Relationship Id="rId178" Type="http://schemas.openxmlformats.org/officeDocument/2006/relationships/slide" Target="slides/slide5.xml"/><Relationship Id="rId61" Type="http://schemas.openxmlformats.org/officeDocument/2006/relationships/customXml" Target="../customXml/item61.xml"/><Relationship Id="rId82" Type="http://schemas.openxmlformats.org/officeDocument/2006/relationships/customXml" Target="../customXml/item82.xml"/><Relationship Id="rId152" Type="http://schemas.openxmlformats.org/officeDocument/2006/relationships/customXml" Target="../customXml/item152.xml"/><Relationship Id="rId173" Type="http://schemas.openxmlformats.org/officeDocument/2006/relationships/slideMaster" Target="slideMasters/slideMaster2.xml"/><Relationship Id="rId194" Type="http://schemas.microsoft.com/office/2018/10/relationships/authors" Target="authors.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customXml" Target="../customXml/item126.xml"/><Relationship Id="rId147" Type="http://schemas.openxmlformats.org/officeDocument/2006/relationships/customXml" Target="../customXml/item147.xml"/><Relationship Id="rId168" Type="http://schemas.openxmlformats.org/officeDocument/2006/relationships/customXml" Target="../customXml/item168.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customXml" Target="../customXml/item121.xml"/><Relationship Id="rId142" Type="http://schemas.openxmlformats.org/officeDocument/2006/relationships/customXml" Target="../customXml/item142.xml"/><Relationship Id="rId163" Type="http://schemas.openxmlformats.org/officeDocument/2006/relationships/customXml" Target="../customXml/item163.xml"/><Relationship Id="rId184" Type="http://schemas.openxmlformats.org/officeDocument/2006/relationships/notesMaster" Target="notesMasters/notesMaster1.xml"/><Relationship Id="rId189" Type="http://schemas.openxmlformats.org/officeDocument/2006/relationships/viewProps" Target="viewProps.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customXml" Target="../customXml/item116.xml"/><Relationship Id="rId137" Type="http://schemas.openxmlformats.org/officeDocument/2006/relationships/customXml" Target="../customXml/item137.xml"/><Relationship Id="rId158" Type="http://schemas.openxmlformats.org/officeDocument/2006/relationships/customXml" Target="../customXml/item158.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customXml" Target="../customXml/item111.xml"/><Relationship Id="rId132" Type="http://schemas.openxmlformats.org/officeDocument/2006/relationships/customXml" Target="../customXml/item132.xml"/><Relationship Id="rId153" Type="http://schemas.openxmlformats.org/officeDocument/2006/relationships/customXml" Target="../customXml/item153.xml"/><Relationship Id="rId174" Type="http://schemas.openxmlformats.org/officeDocument/2006/relationships/slide" Target="slides/slide1.xml"/><Relationship Id="rId179" Type="http://schemas.openxmlformats.org/officeDocument/2006/relationships/slide" Target="slides/slide6.xml"/><Relationship Id="rId190" Type="http://schemas.openxmlformats.org/officeDocument/2006/relationships/theme" Target="theme/theme1.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customXml" Target="../customXml/item127.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customXml" Target="../customXml/item122.xml"/><Relationship Id="rId143" Type="http://schemas.openxmlformats.org/officeDocument/2006/relationships/customXml" Target="../customXml/item143.xml"/><Relationship Id="rId148" Type="http://schemas.openxmlformats.org/officeDocument/2006/relationships/customXml" Target="../customXml/item148.xml"/><Relationship Id="rId164" Type="http://schemas.openxmlformats.org/officeDocument/2006/relationships/customXml" Target="../customXml/item164.xml"/><Relationship Id="rId169" Type="http://schemas.openxmlformats.org/officeDocument/2006/relationships/customXml" Target="../customXml/item169.xml"/><Relationship Id="rId185"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customXml" Target="../customXml/item9.xml"/><Relationship Id="rId180" Type="http://schemas.openxmlformats.org/officeDocument/2006/relationships/slide" Target="slides/slide7.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customXml" Target="../customXml/item89.xml"/><Relationship Id="rId112" Type="http://schemas.openxmlformats.org/officeDocument/2006/relationships/customXml" Target="../customXml/item112.xml"/><Relationship Id="rId133" Type="http://schemas.openxmlformats.org/officeDocument/2006/relationships/customXml" Target="../customXml/item133.xml"/><Relationship Id="rId154" Type="http://schemas.openxmlformats.org/officeDocument/2006/relationships/customXml" Target="../customXml/item154.xml"/><Relationship Id="rId175" Type="http://schemas.openxmlformats.org/officeDocument/2006/relationships/slide" Target="slides/slide2.xml"/><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customXml" Target="../customXml/item123.xml"/><Relationship Id="rId144" Type="http://schemas.openxmlformats.org/officeDocument/2006/relationships/customXml" Target="../customXml/item144.xml"/><Relationship Id="rId90" Type="http://schemas.openxmlformats.org/officeDocument/2006/relationships/customXml" Target="../customXml/item90.xml"/><Relationship Id="rId165" Type="http://schemas.openxmlformats.org/officeDocument/2006/relationships/customXml" Target="../customXml/item165.xml"/><Relationship Id="rId186" Type="http://schemas.openxmlformats.org/officeDocument/2006/relationships/tags" Target="tags/tag1.xml"/><Relationship Id="rId27" Type="http://schemas.openxmlformats.org/officeDocument/2006/relationships/customXml" Target="../customXml/item27.xml"/><Relationship Id="rId48" Type="http://schemas.openxmlformats.org/officeDocument/2006/relationships/customXml" Target="../customXml/item48.xml"/><Relationship Id="rId69" Type="http://schemas.openxmlformats.org/officeDocument/2006/relationships/customXml" Target="../customXml/item69.xml"/><Relationship Id="rId113" Type="http://schemas.openxmlformats.org/officeDocument/2006/relationships/customXml" Target="../customXml/item113.xml"/><Relationship Id="rId134" Type="http://schemas.openxmlformats.org/officeDocument/2006/relationships/customXml" Target="../customXml/item134.xml"/><Relationship Id="rId80" Type="http://schemas.openxmlformats.org/officeDocument/2006/relationships/customXml" Target="../customXml/item80.xml"/><Relationship Id="rId155" Type="http://schemas.openxmlformats.org/officeDocument/2006/relationships/customXml" Target="../customXml/item155.xml"/><Relationship Id="rId176" Type="http://schemas.openxmlformats.org/officeDocument/2006/relationships/slide" Target="slides/slide3.xml"/><Relationship Id="rId17" Type="http://schemas.openxmlformats.org/officeDocument/2006/relationships/customXml" Target="../customXml/item17.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24" Type="http://schemas.openxmlformats.org/officeDocument/2006/relationships/customXml" Target="../customXml/item124.xml"/><Relationship Id="rId70" Type="http://schemas.openxmlformats.org/officeDocument/2006/relationships/customXml" Target="../customXml/item70.xml"/><Relationship Id="rId91" Type="http://schemas.openxmlformats.org/officeDocument/2006/relationships/customXml" Target="../customXml/item91.xml"/><Relationship Id="rId145" Type="http://schemas.openxmlformats.org/officeDocument/2006/relationships/customXml" Target="../customXml/item145.xml"/><Relationship Id="rId166" Type="http://schemas.openxmlformats.org/officeDocument/2006/relationships/customXml" Target="../customXml/item166.xml"/><Relationship Id="rId187" Type="http://schemas.openxmlformats.org/officeDocument/2006/relationships/commentAuthors" Target="commentAuthors.xml"/><Relationship Id="rId1" Type="http://schemas.openxmlformats.org/officeDocument/2006/relationships/customXml" Target="../customXml/item1.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customXml" Target="../customXml/item114.xml"/><Relationship Id="rId60" Type="http://schemas.openxmlformats.org/officeDocument/2006/relationships/customXml" Target="../customXml/item60.xml"/><Relationship Id="rId81" Type="http://schemas.openxmlformats.org/officeDocument/2006/relationships/customXml" Target="../customXml/item81.xml"/><Relationship Id="rId135" Type="http://schemas.openxmlformats.org/officeDocument/2006/relationships/customXml" Target="../customXml/item135.xml"/><Relationship Id="rId156" Type="http://schemas.openxmlformats.org/officeDocument/2006/relationships/customXml" Target="../customXml/item156.xml"/><Relationship Id="rId177" Type="http://schemas.openxmlformats.org/officeDocument/2006/relationships/slide" Target="slides/slide4.xml"/><Relationship Id="rId18" Type="http://schemas.openxmlformats.org/officeDocument/2006/relationships/customXml" Target="../customXml/item18.xml"/><Relationship Id="rId39" Type="http://schemas.openxmlformats.org/officeDocument/2006/relationships/customXml" Target="../customXml/item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ijnen, Frank" userId="0490d255-ee27-403b-a49c-d5545a34ab0a" providerId="ADAL" clId="{BF2EEDD9-086B-4623-BE63-43D4BE8BF1C4}"/>
    <pc:docChg chg="undo custSel addSld delSld modSld sldOrd addMainMaster">
      <pc:chgData name="Heijnen, Frank" userId="0490d255-ee27-403b-a49c-d5545a34ab0a" providerId="ADAL" clId="{BF2EEDD9-086B-4623-BE63-43D4BE8BF1C4}" dt="2026-10-21T14:06:34.858" v="1944" actId="20577"/>
      <pc:docMkLst>
        <pc:docMk/>
      </pc:docMkLst>
      <pc:sldChg chg="modSp mod">
        <pc:chgData name="Heijnen, Frank" userId="0490d255-ee27-403b-a49c-d5545a34ab0a" providerId="ADAL" clId="{BF2EEDD9-086B-4623-BE63-43D4BE8BF1C4}" dt="2026-10-21T11:34:20.668" v="182" actId="113"/>
        <pc:sldMkLst>
          <pc:docMk/>
          <pc:sldMk cId="3683437261" sldId="2147475339"/>
        </pc:sldMkLst>
        <pc:spChg chg="mod">
          <ac:chgData name="Heijnen, Frank" userId="0490d255-ee27-403b-a49c-d5545a34ab0a" providerId="ADAL" clId="{BF2EEDD9-086B-4623-BE63-43D4BE8BF1C4}" dt="2026-10-21T11:34:11.250" v="181" actId="404"/>
          <ac:spMkLst>
            <pc:docMk/>
            <pc:sldMk cId="3683437261" sldId="2147475339"/>
            <ac:spMk id="2" creationId="{20A7C8B0-F3A0-258D-77BC-6BDB40866798}"/>
          </ac:spMkLst>
        </pc:spChg>
        <pc:spChg chg="mod">
          <ac:chgData name="Heijnen, Frank" userId="0490d255-ee27-403b-a49c-d5545a34ab0a" providerId="ADAL" clId="{BF2EEDD9-086B-4623-BE63-43D4BE8BF1C4}" dt="2026-10-21T11:34:20.668" v="182" actId="113"/>
          <ac:spMkLst>
            <pc:docMk/>
            <pc:sldMk cId="3683437261" sldId="2147475339"/>
            <ac:spMk id="3" creationId="{637F87C3-07BD-6160-A68F-D617B6ED4403}"/>
          </ac:spMkLst>
        </pc:spChg>
        <pc:spChg chg="mod">
          <ac:chgData name="Heijnen, Frank" userId="0490d255-ee27-403b-a49c-d5545a34ab0a" providerId="ADAL" clId="{BF2EEDD9-086B-4623-BE63-43D4BE8BF1C4}" dt="2026-10-01T12:23:57.983" v="2" actId="113"/>
          <ac:spMkLst>
            <pc:docMk/>
            <pc:sldMk cId="3683437261" sldId="2147475339"/>
            <ac:spMk id="6" creationId="{E1541DF8-D9FD-D6AE-DEE9-9B325BDC0AC3}"/>
          </ac:spMkLst>
        </pc:spChg>
      </pc:sldChg>
      <pc:sldChg chg="modSp mod">
        <pc:chgData name="Heijnen, Frank" userId="0490d255-ee27-403b-a49c-d5545a34ab0a" providerId="ADAL" clId="{BF2EEDD9-086B-4623-BE63-43D4BE8BF1C4}" dt="2026-10-21T11:34:27.976" v="183" actId="20577"/>
        <pc:sldMkLst>
          <pc:docMk/>
          <pc:sldMk cId="406100430" sldId="2147475346"/>
        </pc:sldMkLst>
        <pc:spChg chg="mod">
          <ac:chgData name="Heijnen, Frank" userId="0490d255-ee27-403b-a49c-d5545a34ab0a" providerId="ADAL" clId="{BF2EEDD9-086B-4623-BE63-43D4BE8BF1C4}" dt="2026-10-21T11:34:27.976" v="183" actId="20577"/>
          <ac:spMkLst>
            <pc:docMk/>
            <pc:sldMk cId="406100430" sldId="2147475346"/>
            <ac:spMk id="5" creationId="{2C4B6EBD-4B62-7571-689E-FAFA345DFF42}"/>
          </ac:spMkLst>
        </pc:spChg>
      </pc:sldChg>
      <pc:sldChg chg="ord">
        <pc:chgData name="Heijnen, Frank" userId="0490d255-ee27-403b-a49c-d5545a34ab0a" providerId="ADAL" clId="{BF2EEDD9-086B-4623-BE63-43D4BE8BF1C4}" dt="2026-10-01T12:31:47.989" v="116"/>
        <pc:sldMkLst>
          <pc:docMk/>
          <pc:sldMk cId="439485430" sldId="2147475347"/>
        </pc:sldMkLst>
      </pc:sldChg>
      <pc:sldChg chg="delSp modSp mod">
        <pc:chgData name="Heijnen, Frank" userId="0490d255-ee27-403b-a49c-d5545a34ab0a" providerId="ADAL" clId="{BF2EEDD9-086B-4623-BE63-43D4BE8BF1C4}" dt="2026-10-21T11:36:35.815" v="272" actId="20577"/>
        <pc:sldMkLst>
          <pc:docMk/>
          <pc:sldMk cId="3286663001" sldId="2147475349"/>
        </pc:sldMkLst>
        <pc:spChg chg="mod">
          <ac:chgData name="Heijnen, Frank" userId="0490d255-ee27-403b-a49c-d5545a34ab0a" providerId="ADAL" clId="{BF2EEDD9-086B-4623-BE63-43D4BE8BF1C4}" dt="2026-10-21T11:34:54.024" v="215" actId="20577"/>
          <ac:spMkLst>
            <pc:docMk/>
            <pc:sldMk cId="3286663001" sldId="2147475349"/>
            <ac:spMk id="3" creationId="{B3957AE3-E382-C40F-E4C1-5B71FF2A1901}"/>
          </ac:spMkLst>
        </pc:spChg>
        <pc:spChg chg="mod">
          <ac:chgData name="Heijnen, Frank" userId="0490d255-ee27-403b-a49c-d5545a34ab0a" providerId="ADAL" clId="{BF2EEDD9-086B-4623-BE63-43D4BE8BF1C4}" dt="2026-10-21T11:36:35.815" v="272" actId="20577"/>
          <ac:spMkLst>
            <pc:docMk/>
            <pc:sldMk cId="3286663001" sldId="2147475349"/>
            <ac:spMk id="9" creationId="{00000000-0000-0000-0000-000000000000}"/>
          </ac:spMkLst>
        </pc:spChg>
        <pc:spChg chg="del">
          <ac:chgData name="Heijnen, Frank" userId="0490d255-ee27-403b-a49c-d5545a34ab0a" providerId="ADAL" clId="{BF2EEDD9-086B-4623-BE63-43D4BE8BF1C4}" dt="2026-10-21T11:35:20.661" v="216" actId="478"/>
          <ac:spMkLst>
            <pc:docMk/>
            <pc:sldMk cId="3286663001" sldId="2147475349"/>
            <ac:spMk id="12" creationId="{00000000-0000-0000-0000-000000000000}"/>
          </ac:spMkLst>
        </pc:spChg>
        <pc:spChg chg="mod">
          <ac:chgData name="Heijnen, Frank" userId="0490d255-ee27-403b-a49c-d5545a34ab0a" providerId="ADAL" clId="{BF2EEDD9-086B-4623-BE63-43D4BE8BF1C4}" dt="2026-10-21T11:36:18.382" v="259" actId="20577"/>
          <ac:spMkLst>
            <pc:docMk/>
            <pc:sldMk cId="3286663001" sldId="2147475349"/>
            <ac:spMk id="16" creationId="{00000000-0000-0000-0000-000000000000}"/>
          </ac:spMkLst>
        </pc:spChg>
        <pc:spChg chg="mod">
          <ac:chgData name="Heijnen, Frank" userId="0490d255-ee27-403b-a49c-d5545a34ab0a" providerId="ADAL" clId="{BF2EEDD9-086B-4623-BE63-43D4BE8BF1C4}" dt="2026-10-21T11:35:37.624" v="225" actId="20577"/>
          <ac:spMkLst>
            <pc:docMk/>
            <pc:sldMk cId="3286663001" sldId="2147475349"/>
            <ac:spMk id="19" creationId="{00000000-0000-0000-0000-000000000000}"/>
          </ac:spMkLst>
        </pc:spChg>
        <pc:spChg chg="del mod">
          <ac:chgData name="Heijnen, Frank" userId="0490d255-ee27-403b-a49c-d5545a34ab0a" providerId="ADAL" clId="{BF2EEDD9-086B-4623-BE63-43D4BE8BF1C4}" dt="2026-10-21T11:35:27.711" v="218" actId="478"/>
          <ac:spMkLst>
            <pc:docMk/>
            <pc:sldMk cId="3286663001" sldId="2147475349"/>
            <ac:spMk id="20" creationId="{00000000-0000-0000-0000-000000000000}"/>
          </ac:spMkLst>
        </pc:spChg>
      </pc:sldChg>
      <pc:sldChg chg="addSp delSp modSp add mod ord">
        <pc:chgData name="Heijnen, Frank" userId="0490d255-ee27-403b-a49c-d5545a34ab0a" providerId="ADAL" clId="{BF2EEDD9-086B-4623-BE63-43D4BE8BF1C4}" dt="2026-10-01T12:32:07.397" v="125" actId="20577"/>
        <pc:sldMkLst>
          <pc:docMk/>
          <pc:sldMk cId="3132484150" sldId="2147475350"/>
        </pc:sldMkLst>
        <pc:spChg chg="add del">
          <ac:chgData name="Heijnen, Frank" userId="0490d255-ee27-403b-a49c-d5545a34ab0a" providerId="ADAL" clId="{BF2EEDD9-086B-4623-BE63-43D4BE8BF1C4}" dt="2026-10-01T12:32:01.138" v="121"/>
          <ac:spMkLst>
            <pc:docMk/>
            <pc:sldMk cId="3132484150" sldId="2147475350"/>
            <ac:spMk id="6" creationId="{42A6CCD1-94E0-68DF-8B5A-C7D4740C7CF9}"/>
          </ac:spMkLst>
        </pc:spChg>
        <pc:spChg chg="mod">
          <ac:chgData name="Heijnen, Frank" userId="0490d255-ee27-403b-a49c-d5545a34ab0a" providerId="ADAL" clId="{BF2EEDD9-086B-4623-BE63-43D4BE8BF1C4}" dt="2026-10-01T12:32:07.397" v="125" actId="20577"/>
          <ac:spMkLst>
            <pc:docMk/>
            <pc:sldMk cId="3132484150" sldId="2147475350"/>
            <ac:spMk id="7" creationId="{4DE91965-B71F-3045-D07D-D7685A412DDC}"/>
          </ac:spMkLst>
        </pc:spChg>
      </pc:sldChg>
      <pc:sldChg chg="addSp modSp add del mod ord">
        <pc:chgData name="Heijnen, Frank" userId="0490d255-ee27-403b-a49c-d5545a34ab0a" providerId="ADAL" clId="{BF2EEDD9-086B-4623-BE63-43D4BE8BF1C4}" dt="2026-10-21T13:42:35.550" v="1788"/>
        <pc:sldMkLst>
          <pc:docMk/>
          <pc:sldMk cId="1613702206" sldId="2147475351"/>
        </pc:sldMkLst>
        <pc:spChg chg="mod">
          <ac:chgData name="Heijnen, Frank" userId="0490d255-ee27-403b-a49c-d5545a34ab0a" providerId="ADAL" clId="{BF2EEDD9-086B-4623-BE63-43D4BE8BF1C4}" dt="2026-10-21T13:35:11.864" v="1613" actId="20577"/>
          <ac:spMkLst>
            <pc:docMk/>
            <pc:sldMk cId="1613702206" sldId="2147475351"/>
            <ac:spMk id="3" creationId="{66F006E8-29F9-1D0C-2D6D-4A5BC5D1A4FA}"/>
          </ac:spMkLst>
        </pc:spChg>
        <pc:spChg chg="mod">
          <ac:chgData name="Heijnen, Frank" userId="0490d255-ee27-403b-a49c-d5545a34ab0a" providerId="ADAL" clId="{BF2EEDD9-086B-4623-BE63-43D4BE8BF1C4}" dt="2026-10-21T11:38:51.931" v="304" actId="1035"/>
          <ac:spMkLst>
            <pc:docMk/>
            <pc:sldMk cId="1613702206" sldId="2147475351"/>
            <ac:spMk id="8" creationId="{00000000-0000-0000-0000-000000000000}"/>
          </ac:spMkLst>
        </pc:spChg>
        <pc:spChg chg="mod">
          <ac:chgData name="Heijnen, Frank" userId="0490d255-ee27-403b-a49c-d5545a34ab0a" providerId="ADAL" clId="{BF2EEDD9-086B-4623-BE63-43D4BE8BF1C4}" dt="2026-10-21T13:39:45.103" v="1666" actId="20577"/>
          <ac:spMkLst>
            <pc:docMk/>
            <pc:sldMk cId="1613702206" sldId="2147475351"/>
            <ac:spMk id="12" creationId="{00000000-0000-0000-0000-000000000000}"/>
          </ac:spMkLst>
        </pc:spChg>
        <pc:spChg chg="mod">
          <ac:chgData name="Heijnen, Frank" userId="0490d255-ee27-403b-a49c-d5545a34ab0a" providerId="ADAL" clId="{BF2EEDD9-086B-4623-BE63-43D4BE8BF1C4}" dt="2026-10-21T13:41:17.475" v="1786" actId="20577"/>
          <ac:spMkLst>
            <pc:docMk/>
            <pc:sldMk cId="1613702206" sldId="2147475351"/>
            <ac:spMk id="13" creationId="{00000000-0000-0000-0000-000000000000}"/>
          </ac:spMkLst>
        </pc:spChg>
        <pc:spChg chg="mod">
          <ac:chgData name="Heijnen, Frank" userId="0490d255-ee27-403b-a49c-d5545a34ab0a" providerId="ADAL" clId="{BF2EEDD9-086B-4623-BE63-43D4BE8BF1C4}" dt="2026-10-21T11:40:11.135" v="364" actId="1035"/>
          <ac:spMkLst>
            <pc:docMk/>
            <pc:sldMk cId="1613702206" sldId="2147475351"/>
            <ac:spMk id="14" creationId="{00000000-0000-0000-0000-000000000000}"/>
          </ac:spMkLst>
        </pc:spChg>
        <pc:spChg chg="mod">
          <ac:chgData name="Heijnen, Frank" userId="0490d255-ee27-403b-a49c-d5545a34ab0a" providerId="ADAL" clId="{BF2EEDD9-086B-4623-BE63-43D4BE8BF1C4}" dt="2026-10-21T11:40:11.135" v="364" actId="1035"/>
          <ac:spMkLst>
            <pc:docMk/>
            <pc:sldMk cId="1613702206" sldId="2147475351"/>
            <ac:spMk id="15" creationId="{00000000-0000-0000-0000-000000000000}"/>
          </ac:spMkLst>
        </pc:spChg>
        <pc:spChg chg="mod">
          <ac:chgData name="Heijnen, Frank" userId="0490d255-ee27-403b-a49c-d5545a34ab0a" providerId="ADAL" clId="{BF2EEDD9-086B-4623-BE63-43D4BE8BF1C4}" dt="2026-10-21T11:40:11.135" v="364" actId="1035"/>
          <ac:spMkLst>
            <pc:docMk/>
            <pc:sldMk cId="1613702206" sldId="2147475351"/>
            <ac:spMk id="16" creationId="{00000000-0000-0000-0000-000000000000}"/>
          </ac:spMkLst>
        </pc:spChg>
        <pc:spChg chg="mod">
          <ac:chgData name="Heijnen, Frank" userId="0490d255-ee27-403b-a49c-d5545a34ab0a" providerId="ADAL" clId="{BF2EEDD9-086B-4623-BE63-43D4BE8BF1C4}" dt="2026-10-21T11:40:11.135" v="364" actId="1035"/>
          <ac:spMkLst>
            <pc:docMk/>
            <pc:sldMk cId="1613702206" sldId="2147475351"/>
            <ac:spMk id="17" creationId="{00000000-0000-0000-0000-000000000000}"/>
          </ac:spMkLst>
        </pc:spChg>
        <pc:spChg chg="mod">
          <ac:chgData name="Heijnen, Frank" userId="0490d255-ee27-403b-a49c-d5545a34ab0a" providerId="ADAL" clId="{BF2EEDD9-086B-4623-BE63-43D4BE8BF1C4}" dt="2026-10-21T11:40:11.135" v="364" actId="1035"/>
          <ac:spMkLst>
            <pc:docMk/>
            <pc:sldMk cId="1613702206" sldId="2147475351"/>
            <ac:spMk id="18" creationId="{00000000-0000-0000-0000-000000000000}"/>
          </ac:spMkLst>
        </pc:spChg>
        <pc:spChg chg="mod">
          <ac:chgData name="Heijnen, Frank" userId="0490d255-ee27-403b-a49c-d5545a34ab0a" providerId="ADAL" clId="{BF2EEDD9-086B-4623-BE63-43D4BE8BF1C4}" dt="2026-10-21T11:40:11.135" v="364" actId="1035"/>
          <ac:spMkLst>
            <pc:docMk/>
            <pc:sldMk cId="1613702206" sldId="2147475351"/>
            <ac:spMk id="19" creationId="{00000000-0000-0000-0000-000000000000}"/>
          </ac:spMkLst>
        </pc:spChg>
        <pc:spChg chg="mod">
          <ac:chgData name="Heijnen, Frank" userId="0490d255-ee27-403b-a49c-d5545a34ab0a" providerId="ADAL" clId="{BF2EEDD9-086B-4623-BE63-43D4BE8BF1C4}" dt="2026-10-21T13:35:42.686" v="1633" actId="20577"/>
          <ac:spMkLst>
            <pc:docMk/>
            <pc:sldMk cId="1613702206" sldId="2147475351"/>
            <ac:spMk id="21" creationId="{00000000-0000-0000-0000-000000000000}"/>
          </ac:spMkLst>
        </pc:spChg>
        <pc:spChg chg="add mod">
          <ac:chgData name="Heijnen, Frank" userId="0490d255-ee27-403b-a49c-d5545a34ab0a" providerId="ADAL" clId="{BF2EEDD9-086B-4623-BE63-43D4BE8BF1C4}" dt="2026-10-21T11:40:11.135" v="364" actId="1035"/>
          <ac:spMkLst>
            <pc:docMk/>
            <pc:sldMk cId="1613702206" sldId="2147475351"/>
            <ac:spMk id="22" creationId="{0072874C-B065-8DAB-CD09-ACED125FE946}"/>
          </ac:spMkLst>
        </pc:spChg>
        <pc:picChg chg="mod">
          <ac:chgData name="Heijnen, Frank" userId="0490d255-ee27-403b-a49c-d5545a34ab0a" providerId="ADAL" clId="{BF2EEDD9-086B-4623-BE63-43D4BE8BF1C4}" dt="2026-10-21T11:38:51.931" v="304" actId="1035"/>
          <ac:picMkLst>
            <pc:docMk/>
            <pc:sldMk cId="1613702206" sldId="2147475351"/>
            <ac:picMk id="7" creationId="{00000000-0000-0000-0000-000000000000}"/>
          </ac:picMkLst>
        </pc:picChg>
        <pc:picChg chg="mod">
          <ac:chgData name="Heijnen, Frank" userId="0490d255-ee27-403b-a49c-d5545a34ab0a" providerId="ADAL" clId="{BF2EEDD9-086B-4623-BE63-43D4BE8BF1C4}" dt="2026-10-21T11:38:51.931" v="304" actId="1035"/>
          <ac:picMkLst>
            <pc:docMk/>
            <pc:sldMk cId="1613702206" sldId="2147475351"/>
            <ac:picMk id="9" creationId="{00000000-0000-0000-0000-000000000000}"/>
          </ac:picMkLst>
        </pc:picChg>
        <pc:picChg chg="mod">
          <ac:chgData name="Heijnen, Frank" userId="0490d255-ee27-403b-a49c-d5545a34ab0a" providerId="ADAL" clId="{BF2EEDD9-086B-4623-BE63-43D4BE8BF1C4}" dt="2026-10-21T11:38:51.931" v="304" actId="1035"/>
          <ac:picMkLst>
            <pc:docMk/>
            <pc:sldMk cId="1613702206" sldId="2147475351"/>
            <ac:picMk id="10" creationId="{00000000-0000-0000-0000-000000000000}"/>
          </ac:picMkLst>
        </pc:picChg>
        <pc:picChg chg="mod">
          <ac:chgData name="Heijnen, Frank" userId="0490d255-ee27-403b-a49c-d5545a34ab0a" providerId="ADAL" clId="{BF2EEDD9-086B-4623-BE63-43D4BE8BF1C4}" dt="2026-10-21T11:38:51.931" v="304" actId="1035"/>
          <ac:picMkLst>
            <pc:docMk/>
            <pc:sldMk cId="1613702206" sldId="2147475351"/>
            <ac:picMk id="11" creationId="{00000000-0000-0000-0000-000000000000}"/>
          </ac:picMkLst>
        </pc:picChg>
      </pc:sldChg>
      <pc:sldChg chg="addSp delSp modSp mod modNotesTx">
        <pc:chgData name="Heijnen, Frank" userId="0490d255-ee27-403b-a49c-d5545a34ab0a" providerId="ADAL" clId="{BF2EEDD9-086B-4623-BE63-43D4BE8BF1C4}" dt="2026-10-21T14:06:34.858" v="1944" actId="20577"/>
        <pc:sldMkLst>
          <pc:docMk/>
          <pc:sldMk cId="1613702206" sldId="2147475353"/>
        </pc:sldMkLst>
        <pc:spChg chg="mod">
          <ac:chgData name="Heijnen, Frank" userId="0490d255-ee27-403b-a49c-d5545a34ab0a" providerId="ADAL" clId="{BF2EEDD9-086B-4623-BE63-43D4BE8BF1C4}" dt="2026-10-21T14:06:34.858" v="1944" actId="20577"/>
          <ac:spMkLst>
            <pc:docMk/>
            <pc:sldMk cId="1613702206" sldId="2147475353"/>
            <ac:spMk id="9" creationId="{00000000-0000-0000-0000-000000000000}"/>
          </ac:spMkLst>
        </pc:spChg>
        <pc:spChg chg="mod">
          <ac:chgData name="Heijnen, Frank" userId="0490d255-ee27-403b-a49c-d5545a34ab0a" providerId="ADAL" clId="{BF2EEDD9-086B-4623-BE63-43D4BE8BF1C4}" dt="2026-10-21T13:30:38.809" v="1611" actId="1036"/>
          <ac:spMkLst>
            <pc:docMk/>
            <pc:sldMk cId="1613702206" sldId="2147475353"/>
            <ac:spMk id="11" creationId="{00000000-0000-0000-0000-000000000000}"/>
          </ac:spMkLst>
        </pc:spChg>
        <pc:spChg chg="mod">
          <ac:chgData name="Heijnen, Frank" userId="0490d255-ee27-403b-a49c-d5545a34ab0a" providerId="ADAL" clId="{BF2EEDD9-086B-4623-BE63-43D4BE8BF1C4}" dt="2026-10-21T13:54:07.724" v="1923" actId="20577"/>
          <ac:spMkLst>
            <pc:docMk/>
            <pc:sldMk cId="1613702206" sldId="2147475353"/>
            <ac:spMk id="12" creationId="{00000000-0000-0000-0000-000000000000}"/>
          </ac:spMkLst>
        </pc:spChg>
        <pc:spChg chg="add mod">
          <ac:chgData name="Heijnen, Frank" userId="0490d255-ee27-403b-a49c-d5545a34ab0a" providerId="ADAL" clId="{BF2EEDD9-086B-4623-BE63-43D4BE8BF1C4}" dt="2026-10-21T12:00:48.606" v="953" actId="164"/>
          <ac:spMkLst>
            <pc:docMk/>
            <pc:sldMk cId="1613702206" sldId="2147475353"/>
            <ac:spMk id="15" creationId="{7CC7BF29-B081-25AE-3E60-73131A22B475}"/>
          </ac:spMkLst>
        </pc:spChg>
        <pc:spChg chg="mod topLvl">
          <ac:chgData name="Heijnen, Frank" userId="0490d255-ee27-403b-a49c-d5545a34ab0a" providerId="ADAL" clId="{BF2EEDD9-086B-4623-BE63-43D4BE8BF1C4}" dt="2026-10-21T11:59:58.335" v="933" actId="164"/>
          <ac:spMkLst>
            <pc:docMk/>
            <pc:sldMk cId="1613702206" sldId="2147475353"/>
            <ac:spMk id="21" creationId="{A8E19D48-00EF-C12C-7029-8BD209282BCD}"/>
          </ac:spMkLst>
        </pc:spChg>
        <pc:spChg chg="add del mod">
          <ac:chgData name="Heijnen, Frank" userId="0490d255-ee27-403b-a49c-d5545a34ab0a" providerId="ADAL" clId="{BF2EEDD9-086B-4623-BE63-43D4BE8BF1C4}" dt="2026-10-21T12:00:19.715" v="951" actId="478"/>
          <ac:spMkLst>
            <pc:docMk/>
            <pc:sldMk cId="1613702206" sldId="2147475353"/>
            <ac:spMk id="25" creationId="{50379EF4-8E1C-4681-9347-E26A0622860F}"/>
          </ac:spMkLst>
        </pc:spChg>
        <pc:spChg chg="add del">
          <ac:chgData name="Heijnen, Frank" userId="0490d255-ee27-403b-a49c-d5545a34ab0a" providerId="ADAL" clId="{BF2EEDD9-086B-4623-BE63-43D4BE8BF1C4}" dt="2026-10-21T12:01:24.941" v="958" actId="11529"/>
          <ac:spMkLst>
            <pc:docMk/>
            <pc:sldMk cId="1613702206" sldId="2147475353"/>
            <ac:spMk id="30" creationId="{A07A8E7D-725C-2527-F710-D8AA1BEB1EA5}"/>
          </ac:spMkLst>
        </pc:spChg>
        <pc:spChg chg="add del mod">
          <ac:chgData name="Heijnen, Frank" userId="0490d255-ee27-403b-a49c-d5545a34ab0a" providerId="ADAL" clId="{BF2EEDD9-086B-4623-BE63-43D4BE8BF1C4}" dt="2026-10-21T12:02:42.290" v="974" actId="478"/>
          <ac:spMkLst>
            <pc:docMk/>
            <pc:sldMk cId="1613702206" sldId="2147475353"/>
            <ac:spMk id="31" creationId="{12FFE54C-1132-00E4-8DEE-E3EB31F4898E}"/>
          </ac:spMkLst>
        </pc:spChg>
        <pc:grpChg chg="add del mod">
          <ac:chgData name="Heijnen, Frank" userId="0490d255-ee27-403b-a49c-d5545a34ab0a" providerId="ADAL" clId="{BF2EEDD9-086B-4623-BE63-43D4BE8BF1C4}" dt="2026-10-21T11:59:55.269" v="932" actId="165"/>
          <ac:grpSpMkLst>
            <pc:docMk/>
            <pc:sldMk cId="1613702206" sldId="2147475353"/>
            <ac:grpSpMk id="18" creationId="{EB8668EA-4931-F18A-3DDA-559F8928A97B}"/>
          </ac:grpSpMkLst>
        </pc:grpChg>
        <pc:grpChg chg="add del mod">
          <ac:chgData name="Heijnen, Frank" userId="0490d255-ee27-403b-a49c-d5545a34ab0a" providerId="ADAL" clId="{BF2EEDD9-086B-4623-BE63-43D4BE8BF1C4}" dt="2026-10-21T12:00:37.234" v="952" actId="478"/>
          <ac:grpSpMkLst>
            <pc:docMk/>
            <pc:sldMk cId="1613702206" sldId="2147475353"/>
            <ac:grpSpMk id="24" creationId="{856656FD-EF74-6BE4-F160-13017FBE3CD5}"/>
          </ac:grpSpMkLst>
        </pc:grpChg>
        <pc:grpChg chg="add mod">
          <ac:chgData name="Heijnen, Frank" userId="0490d255-ee27-403b-a49c-d5545a34ab0a" providerId="ADAL" clId="{BF2EEDD9-086B-4623-BE63-43D4BE8BF1C4}" dt="2026-10-21T12:00:56.677" v="954" actId="1076"/>
          <ac:grpSpMkLst>
            <pc:docMk/>
            <pc:sldMk cId="1613702206" sldId="2147475353"/>
            <ac:grpSpMk id="26" creationId="{0953A3DE-1D1A-8350-DC79-FC2913B0BB49}"/>
          </ac:grpSpMkLst>
        </pc:grpChg>
        <pc:graphicFrameChg chg="mod">
          <ac:chgData name="Heijnen, Frank" userId="0490d255-ee27-403b-a49c-d5545a34ab0a" providerId="ADAL" clId="{BF2EEDD9-086B-4623-BE63-43D4BE8BF1C4}" dt="2026-10-21T13:21:13.951" v="1334" actId="14100"/>
          <ac:graphicFrameMkLst>
            <pc:docMk/>
            <pc:sldMk cId="1613702206" sldId="2147475353"/>
            <ac:graphicFrameMk id="8" creationId="{00000000-0000-0000-0000-000000000000}"/>
          </ac:graphicFrameMkLst>
        </pc:graphicFrameChg>
        <pc:graphicFrameChg chg="mod modGraphic">
          <ac:chgData name="Heijnen, Frank" userId="0490d255-ee27-403b-a49c-d5545a34ab0a" providerId="ADAL" clId="{BF2EEDD9-086B-4623-BE63-43D4BE8BF1C4}" dt="2026-10-21T13:48:38.832" v="1891" actId="14100"/>
          <ac:graphicFrameMkLst>
            <pc:docMk/>
            <pc:sldMk cId="1613702206" sldId="2147475353"/>
            <ac:graphicFrameMk id="10" creationId="{00000000-0000-0000-0000-000000000000}"/>
          </ac:graphicFrameMkLst>
        </pc:graphicFrameChg>
        <pc:picChg chg="add mod">
          <ac:chgData name="Heijnen, Frank" userId="0490d255-ee27-403b-a49c-d5545a34ab0a" providerId="ADAL" clId="{BF2EEDD9-086B-4623-BE63-43D4BE8BF1C4}" dt="2026-10-21T12:00:48.606" v="953" actId="164"/>
          <ac:picMkLst>
            <pc:docMk/>
            <pc:sldMk cId="1613702206" sldId="2147475353"/>
            <ac:picMk id="13" creationId="{4907B777-6375-7494-AFC4-499B68C3450D}"/>
          </ac:picMkLst>
        </pc:picChg>
        <pc:picChg chg="add mod">
          <ac:chgData name="Heijnen, Frank" userId="0490d255-ee27-403b-a49c-d5545a34ab0a" providerId="ADAL" clId="{BF2EEDD9-086B-4623-BE63-43D4BE8BF1C4}" dt="2026-10-21T12:00:48.606" v="953" actId="164"/>
          <ac:picMkLst>
            <pc:docMk/>
            <pc:sldMk cId="1613702206" sldId="2147475353"/>
            <ac:picMk id="17" creationId="{1EC07CA1-DEF7-BBBD-BF78-9922AE98501A}"/>
          </ac:picMkLst>
        </pc:picChg>
        <pc:picChg chg="mod topLvl">
          <ac:chgData name="Heijnen, Frank" userId="0490d255-ee27-403b-a49c-d5545a34ab0a" providerId="ADAL" clId="{BF2EEDD9-086B-4623-BE63-43D4BE8BF1C4}" dt="2026-10-21T11:59:58.335" v="933" actId="164"/>
          <ac:picMkLst>
            <pc:docMk/>
            <pc:sldMk cId="1613702206" sldId="2147475353"/>
            <ac:picMk id="19" creationId="{5DC822EF-4D65-5CF1-9B44-296E8C84F7D3}"/>
          </ac:picMkLst>
        </pc:picChg>
        <pc:picChg chg="mod topLvl">
          <ac:chgData name="Heijnen, Frank" userId="0490d255-ee27-403b-a49c-d5545a34ab0a" providerId="ADAL" clId="{BF2EEDD9-086B-4623-BE63-43D4BE8BF1C4}" dt="2026-10-21T11:59:58.335" v="933" actId="164"/>
          <ac:picMkLst>
            <pc:docMk/>
            <pc:sldMk cId="1613702206" sldId="2147475353"/>
            <ac:picMk id="20" creationId="{A6BA18B5-C430-A51E-9C28-CCCB6D873334}"/>
          </ac:picMkLst>
        </pc:picChg>
        <pc:picChg chg="mod topLvl">
          <ac:chgData name="Heijnen, Frank" userId="0490d255-ee27-403b-a49c-d5545a34ab0a" providerId="ADAL" clId="{BF2EEDD9-086B-4623-BE63-43D4BE8BF1C4}" dt="2026-10-21T11:59:58.335" v="933" actId="164"/>
          <ac:picMkLst>
            <pc:docMk/>
            <pc:sldMk cId="1613702206" sldId="2147475353"/>
            <ac:picMk id="22" creationId="{26A44B2C-F988-5E33-907E-804D145168E1}"/>
          </ac:picMkLst>
        </pc:picChg>
        <pc:picChg chg="mod topLvl">
          <ac:chgData name="Heijnen, Frank" userId="0490d255-ee27-403b-a49c-d5545a34ab0a" providerId="ADAL" clId="{BF2EEDD9-086B-4623-BE63-43D4BE8BF1C4}" dt="2026-10-21T11:59:58.335" v="933" actId="164"/>
          <ac:picMkLst>
            <pc:docMk/>
            <pc:sldMk cId="1613702206" sldId="2147475353"/>
            <ac:picMk id="23" creationId="{355E2A86-3D3E-4EEE-991A-DA7257D76C49}"/>
          </ac:picMkLst>
        </pc:picChg>
        <pc:cxnChg chg="add mod">
          <ac:chgData name="Heijnen, Frank" userId="0490d255-ee27-403b-a49c-d5545a34ab0a" providerId="ADAL" clId="{BF2EEDD9-086B-4623-BE63-43D4BE8BF1C4}" dt="2026-10-21T12:04:56.361" v="995" actId="1582"/>
          <ac:cxnSpMkLst>
            <pc:docMk/>
            <pc:sldMk cId="1613702206" sldId="2147475353"/>
            <ac:cxnSpMk id="28" creationId="{8A16F2D1-DFA1-E194-F420-2D03F9AEC91D}"/>
          </ac:cxnSpMkLst>
        </pc:cxnChg>
        <pc:cxnChg chg="add mod">
          <ac:chgData name="Heijnen, Frank" userId="0490d255-ee27-403b-a49c-d5545a34ab0a" providerId="ADAL" clId="{BF2EEDD9-086B-4623-BE63-43D4BE8BF1C4}" dt="2026-10-21T12:03:48.129" v="983" actId="1582"/>
          <ac:cxnSpMkLst>
            <pc:docMk/>
            <pc:sldMk cId="1613702206" sldId="2147475353"/>
            <ac:cxnSpMk id="33" creationId="{008BFE30-1ED0-CA8C-D394-D0707987A078}"/>
          </ac:cxnSpMkLst>
        </pc:cxnChg>
        <pc:cxnChg chg="add mod">
          <ac:chgData name="Heijnen, Frank" userId="0490d255-ee27-403b-a49c-d5545a34ab0a" providerId="ADAL" clId="{BF2EEDD9-086B-4623-BE63-43D4BE8BF1C4}" dt="2026-10-21T12:03:55.706" v="989" actId="1035"/>
          <ac:cxnSpMkLst>
            <pc:docMk/>
            <pc:sldMk cId="1613702206" sldId="2147475353"/>
            <ac:cxnSpMk id="35" creationId="{EB060002-8630-1758-257D-2960F83B5D3F}"/>
          </ac:cxnSpMkLst>
        </pc:cxnChg>
        <pc:cxnChg chg="add mod">
          <ac:chgData name="Heijnen, Frank" userId="0490d255-ee27-403b-a49c-d5545a34ab0a" providerId="ADAL" clId="{BF2EEDD9-086B-4623-BE63-43D4BE8BF1C4}" dt="2026-10-21T12:04:16.886" v="992" actId="1038"/>
          <ac:cxnSpMkLst>
            <pc:docMk/>
            <pc:sldMk cId="1613702206" sldId="2147475353"/>
            <ac:cxnSpMk id="37" creationId="{E8017730-8CCC-26B8-7480-08098C761A05}"/>
          </ac:cxnSpMkLst>
        </pc:cxnChg>
      </pc:sldChg>
      <pc:sldChg chg="delSp modSp mod modNotesTx">
        <pc:chgData name="Heijnen, Frank" userId="0490d255-ee27-403b-a49c-d5545a34ab0a" providerId="ADAL" clId="{BF2EEDD9-086B-4623-BE63-43D4BE8BF1C4}" dt="2026-10-21T13:28:32.558" v="1425" actId="20577"/>
        <pc:sldMkLst>
          <pc:docMk/>
          <pc:sldMk cId="1613702206" sldId="2147475354"/>
        </pc:sldMkLst>
        <pc:spChg chg="mod">
          <ac:chgData name="Heijnen, Frank" userId="0490d255-ee27-403b-a49c-d5545a34ab0a" providerId="ADAL" clId="{BF2EEDD9-086B-4623-BE63-43D4BE8BF1C4}" dt="2026-10-21T13:27:30.876" v="1337" actId="20577"/>
          <ac:spMkLst>
            <pc:docMk/>
            <pc:sldMk cId="1613702206" sldId="2147475354"/>
            <ac:spMk id="10" creationId="{00000000-0000-0000-0000-000000000000}"/>
          </ac:spMkLst>
        </pc:spChg>
        <pc:spChg chg="mod">
          <ac:chgData name="Heijnen, Frank" userId="0490d255-ee27-403b-a49c-d5545a34ab0a" providerId="ADAL" clId="{BF2EEDD9-086B-4623-BE63-43D4BE8BF1C4}" dt="2026-10-21T12:49:21.545" v="1321" actId="20577"/>
          <ac:spMkLst>
            <pc:docMk/>
            <pc:sldMk cId="1613702206" sldId="2147475354"/>
            <ac:spMk id="11" creationId="{00000000-0000-0000-0000-000000000000}"/>
          </ac:spMkLst>
        </pc:spChg>
        <pc:spChg chg="mod">
          <ac:chgData name="Heijnen, Frank" userId="0490d255-ee27-403b-a49c-d5545a34ab0a" providerId="ADAL" clId="{BF2EEDD9-086B-4623-BE63-43D4BE8BF1C4}" dt="2026-10-21T13:28:16.547" v="1368" actId="20577"/>
          <ac:spMkLst>
            <pc:docMk/>
            <pc:sldMk cId="1613702206" sldId="2147475354"/>
            <ac:spMk id="15" creationId="{00000000-0000-0000-0000-000000000000}"/>
          </ac:spMkLst>
        </pc:spChg>
        <pc:spChg chg="mod">
          <ac:chgData name="Heijnen, Frank" userId="0490d255-ee27-403b-a49c-d5545a34ab0a" providerId="ADAL" clId="{BF2EEDD9-086B-4623-BE63-43D4BE8BF1C4}" dt="2026-10-21T13:28:32.558" v="1425" actId="20577"/>
          <ac:spMkLst>
            <pc:docMk/>
            <pc:sldMk cId="1613702206" sldId="2147475354"/>
            <ac:spMk id="21" creationId="{00000000-0000-0000-0000-000000000000}"/>
          </ac:spMkLst>
        </pc:spChg>
        <pc:picChg chg="del">
          <ac:chgData name="Heijnen, Frank" userId="0490d255-ee27-403b-a49c-d5545a34ab0a" providerId="ADAL" clId="{BF2EEDD9-086B-4623-BE63-43D4BE8BF1C4}" dt="2026-10-21T11:47:54.607" v="550" actId="478"/>
          <ac:picMkLst>
            <pc:docMk/>
            <pc:sldMk cId="1613702206" sldId="2147475354"/>
            <ac:picMk id="16" creationId="{00000000-0000-0000-0000-000000000000}"/>
          </ac:picMkLst>
        </pc:picChg>
      </pc:sldChg>
      <pc:sldChg chg="addSp delSp modSp add mod modShow modNotesTx">
        <pc:chgData name="Heijnen, Frank" userId="0490d255-ee27-403b-a49c-d5545a34ab0a" providerId="ADAL" clId="{BF2EEDD9-086B-4623-BE63-43D4BE8BF1C4}" dt="2026-10-21T12:47:14.769" v="1300" actId="729"/>
        <pc:sldMkLst>
          <pc:docMk/>
          <pc:sldMk cId="2778582325" sldId="2147475355"/>
        </pc:sldMkLst>
        <pc:spChg chg="del">
          <ac:chgData name="Heijnen, Frank" userId="0490d255-ee27-403b-a49c-d5545a34ab0a" providerId="ADAL" clId="{BF2EEDD9-086B-4623-BE63-43D4BE8BF1C4}" dt="2026-10-21T12:45:47.204" v="1233" actId="478"/>
          <ac:spMkLst>
            <pc:docMk/>
            <pc:sldMk cId="2778582325" sldId="2147475355"/>
            <ac:spMk id="8" creationId="{9C7669F2-C834-D4AD-B31F-DF0E792A70BD}"/>
          </ac:spMkLst>
        </pc:spChg>
        <pc:spChg chg="del">
          <ac:chgData name="Heijnen, Frank" userId="0490d255-ee27-403b-a49c-d5545a34ab0a" providerId="ADAL" clId="{BF2EEDD9-086B-4623-BE63-43D4BE8BF1C4}" dt="2026-10-21T12:45:47.204" v="1233" actId="478"/>
          <ac:spMkLst>
            <pc:docMk/>
            <pc:sldMk cId="2778582325" sldId="2147475355"/>
            <ac:spMk id="10" creationId="{8B7F5C91-FDF7-388E-FE5A-19EFA8D2D06A}"/>
          </ac:spMkLst>
        </pc:spChg>
        <pc:spChg chg="del">
          <ac:chgData name="Heijnen, Frank" userId="0490d255-ee27-403b-a49c-d5545a34ab0a" providerId="ADAL" clId="{BF2EEDD9-086B-4623-BE63-43D4BE8BF1C4}" dt="2026-10-21T12:45:47.204" v="1233" actId="478"/>
          <ac:spMkLst>
            <pc:docMk/>
            <pc:sldMk cId="2778582325" sldId="2147475355"/>
            <ac:spMk id="11" creationId="{77AFEC14-453D-2A12-016E-68B6A8D9C8DE}"/>
          </ac:spMkLst>
        </pc:spChg>
        <pc:spChg chg="del">
          <ac:chgData name="Heijnen, Frank" userId="0490d255-ee27-403b-a49c-d5545a34ab0a" providerId="ADAL" clId="{BF2EEDD9-086B-4623-BE63-43D4BE8BF1C4}" dt="2026-10-21T12:45:47.204" v="1233" actId="478"/>
          <ac:spMkLst>
            <pc:docMk/>
            <pc:sldMk cId="2778582325" sldId="2147475355"/>
            <ac:spMk id="12" creationId="{004F56CB-3391-2D55-9739-CE85B64E108D}"/>
          </ac:spMkLst>
        </pc:spChg>
        <pc:spChg chg="del">
          <ac:chgData name="Heijnen, Frank" userId="0490d255-ee27-403b-a49c-d5545a34ab0a" providerId="ADAL" clId="{BF2EEDD9-086B-4623-BE63-43D4BE8BF1C4}" dt="2026-10-21T12:45:47.204" v="1233" actId="478"/>
          <ac:spMkLst>
            <pc:docMk/>
            <pc:sldMk cId="2778582325" sldId="2147475355"/>
            <ac:spMk id="14" creationId="{3480A023-A993-0FDA-AD38-D4A9C732882F}"/>
          </ac:spMkLst>
        </pc:spChg>
        <pc:spChg chg="del">
          <ac:chgData name="Heijnen, Frank" userId="0490d255-ee27-403b-a49c-d5545a34ab0a" providerId="ADAL" clId="{BF2EEDD9-086B-4623-BE63-43D4BE8BF1C4}" dt="2026-10-21T12:45:47.204" v="1233" actId="478"/>
          <ac:spMkLst>
            <pc:docMk/>
            <pc:sldMk cId="2778582325" sldId="2147475355"/>
            <ac:spMk id="15" creationId="{96BEFDA4-2DAD-8AF8-DD74-38339E646A2A}"/>
          </ac:spMkLst>
        </pc:spChg>
        <pc:spChg chg="del">
          <ac:chgData name="Heijnen, Frank" userId="0490d255-ee27-403b-a49c-d5545a34ab0a" providerId="ADAL" clId="{BF2EEDD9-086B-4623-BE63-43D4BE8BF1C4}" dt="2026-10-21T12:45:47.204" v="1233" actId="478"/>
          <ac:spMkLst>
            <pc:docMk/>
            <pc:sldMk cId="2778582325" sldId="2147475355"/>
            <ac:spMk id="19" creationId="{10B879AE-B725-62D3-7D87-BB7F57332D5D}"/>
          </ac:spMkLst>
        </pc:spChg>
        <pc:spChg chg="del">
          <ac:chgData name="Heijnen, Frank" userId="0490d255-ee27-403b-a49c-d5545a34ab0a" providerId="ADAL" clId="{BF2EEDD9-086B-4623-BE63-43D4BE8BF1C4}" dt="2026-10-21T12:45:47.204" v="1233" actId="478"/>
          <ac:spMkLst>
            <pc:docMk/>
            <pc:sldMk cId="2778582325" sldId="2147475355"/>
            <ac:spMk id="20" creationId="{C7426682-E450-89F9-9244-677A759B3D59}"/>
          </ac:spMkLst>
        </pc:spChg>
        <pc:spChg chg="del">
          <ac:chgData name="Heijnen, Frank" userId="0490d255-ee27-403b-a49c-d5545a34ab0a" providerId="ADAL" clId="{BF2EEDD9-086B-4623-BE63-43D4BE8BF1C4}" dt="2026-10-21T12:45:47.204" v="1233" actId="478"/>
          <ac:spMkLst>
            <pc:docMk/>
            <pc:sldMk cId="2778582325" sldId="2147475355"/>
            <ac:spMk id="21" creationId="{A17B422D-7331-D7F8-CD59-AC2B7185BABF}"/>
          </ac:spMkLst>
        </pc:spChg>
        <pc:spChg chg="del">
          <ac:chgData name="Heijnen, Frank" userId="0490d255-ee27-403b-a49c-d5545a34ab0a" providerId="ADAL" clId="{BF2EEDD9-086B-4623-BE63-43D4BE8BF1C4}" dt="2026-10-21T12:45:47.204" v="1233" actId="478"/>
          <ac:spMkLst>
            <pc:docMk/>
            <pc:sldMk cId="2778582325" sldId="2147475355"/>
            <ac:spMk id="22" creationId="{349B6313-8AA2-3B07-73D3-9B7A7DBFB9F0}"/>
          </ac:spMkLst>
        </pc:spChg>
      </pc:sldChg>
      <pc:sldChg chg="modSp add mod">
        <pc:chgData name="Heijnen, Frank" userId="0490d255-ee27-403b-a49c-d5545a34ab0a" providerId="ADAL" clId="{BF2EEDD9-086B-4623-BE63-43D4BE8BF1C4}" dt="2026-10-21T13:49:55.181" v="1892" actId="20577"/>
        <pc:sldMkLst>
          <pc:docMk/>
          <pc:sldMk cId="2754854256" sldId="2147475356"/>
        </pc:sldMkLst>
        <pc:spChg chg="mod">
          <ac:chgData name="Heijnen, Frank" userId="0490d255-ee27-403b-a49c-d5545a34ab0a" providerId="ADAL" clId="{BF2EEDD9-086B-4623-BE63-43D4BE8BF1C4}" dt="2026-10-21T13:43:45.486" v="1796" actId="20577"/>
          <ac:spMkLst>
            <pc:docMk/>
            <pc:sldMk cId="2754854256" sldId="2147475356"/>
            <ac:spMk id="13" creationId="{00000000-0000-0000-0000-000000000000}"/>
          </ac:spMkLst>
        </pc:spChg>
        <pc:spChg chg="mod">
          <ac:chgData name="Heijnen, Frank" userId="0490d255-ee27-403b-a49c-d5545a34ab0a" providerId="ADAL" clId="{BF2EEDD9-086B-4623-BE63-43D4BE8BF1C4}" dt="2026-10-21T13:49:55.181" v="1892" actId="20577"/>
          <ac:spMkLst>
            <pc:docMk/>
            <pc:sldMk cId="2754854256" sldId="2147475356"/>
            <ac:spMk id="21" creationId="{00000000-0000-0000-0000-000000000000}"/>
          </ac:spMkLst>
        </pc:spChg>
      </pc:sldChg>
      <pc:sldMasterChg chg="add addSldLayout modSldLayout">
        <pc:chgData name="Heijnen, Frank" userId="0490d255-ee27-403b-a49c-d5545a34ab0a" providerId="ADAL" clId="{BF2EEDD9-086B-4623-BE63-43D4BE8BF1C4}" dt="2026-10-21T13:42:35.504" v="1787"/>
        <pc:sldMasterMkLst>
          <pc:docMk/>
          <pc:sldMasterMk cId="577282148" sldId="2147483738"/>
        </pc:sldMasterMkLst>
        <pc:sldLayoutChg chg="add mod">
          <pc:chgData name="Heijnen, Frank" userId="0490d255-ee27-403b-a49c-d5545a34ab0a" providerId="ADAL" clId="{BF2EEDD9-086B-4623-BE63-43D4BE8BF1C4}" dt="2026-10-21T13:42:35.504" v="1787"/>
          <pc:sldLayoutMkLst>
            <pc:docMk/>
            <pc:sldMasterMk cId="577282148" sldId="2147483738"/>
            <pc:sldLayoutMk cId="1583194702" sldId="2147483739"/>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760007296" sldId="2147483740"/>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3560971545" sldId="2147483741"/>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1952908379" sldId="2147483742"/>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1934686546" sldId="2147483743"/>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1591545111" sldId="2147483744"/>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1529186364" sldId="2147483745"/>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751342223" sldId="2147483746"/>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2519301965" sldId="2147483747"/>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2682690822" sldId="2147483748"/>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2370606265" sldId="2147483749"/>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2758047040" sldId="2147483750"/>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756863359" sldId="2147483751"/>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3566976566" sldId="2147483752"/>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2186211512" sldId="2147483753"/>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147351128" sldId="2147483754"/>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3756327386" sldId="2147483755"/>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4213364512" sldId="2147483756"/>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901778419" sldId="2147483757"/>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907486626" sldId="2147483758"/>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3201749264" sldId="2147483759"/>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2111412929" sldId="2147483760"/>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2717505272" sldId="2147483761"/>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2661740868" sldId="2147483762"/>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3612422347" sldId="2147483763"/>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3914937910" sldId="2147483764"/>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3090486418" sldId="2147483765"/>
          </pc:sldLayoutMkLst>
        </pc:sldLayoutChg>
        <pc:sldLayoutChg chg="add mod">
          <pc:chgData name="Heijnen, Frank" userId="0490d255-ee27-403b-a49c-d5545a34ab0a" providerId="ADAL" clId="{BF2EEDD9-086B-4623-BE63-43D4BE8BF1C4}" dt="2026-10-21T13:42:35.504" v="1787"/>
          <pc:sldLayoutMkLst>
            <pc:docMk/>
            <pc:sldMasterMk cId="577282148" sldId="2147483738"/>
            <pc:sldLayoutMk cId="4133995535" sldId="214748376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7.3122065727699526E-2"/>
          <c:y val="3.6421439967062944E-2"/>
          <c:w val="0.89338810641627542"/>
          <c:h val="0.75736231723794745"/>
        </c:manualLayout>
      </c:layout>
      <c:scatterChart>
        <c:scatterStyle val="lineMarker"/>
        <c:varyColors val="0"/>
        <c:ser>
          <c:idx val="0"/>
          <c:order val="0"/>
          <c:tx>
            <c:strRef>
              <c:f>Sheet1!$B$1</c:f>
              <c:strCache>
                <c:ptCount val="1"/>
                <c:pt idx="0">
                  <c:v>Policy 1: no spread risk</c:v>
                </c:pt>
              </c:strCache>
            </c:strRef>
          </c:tx>
          <c:spPr>
            <a:ln w="28575">
              <a:solidFill>
                <a:srgbClr val="000F47"/>
              </a:solidFill>
            </a:ln>
          </c:spPr>
          <c:marker>
            <c:symbol val="none"/>
          </c:marker>
          <c:dLbls>
            <c:dLbl>
              <c:idx val="43"/>
              <c:tx>
                <c:rich>
                  <a:bodyPr/>
                  <a:lstStyle/>
                  <a:p>
                    <a:r>
                      <a:rPr lang="en-US" sz="1100" b="1">
                        <a:solidFill>
                          <a:srgbClr val="000F47"/>
                        </a:solidFill>
                      </a:rPr>
                      <a:t>0.898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105-4F99-B382-92F650A4D83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Sheet1!$A$2:$A$45</c:f>
              <c:numCache>
                <c:formatCode>General</c:formatCode>
                <c:ptCount val="44"/>
                <c:pt idx="0">
                  <c:v>25</c:v>
                </c:pt>
                <c:pt idx="1">
                  <c:v>26</c:v>
                </c:pt>
                <c:pt idx="2">
                  <c:v>27</c:v>
                </c:pt>
                <c:pt idx="3">
                  <c:v>28</c:v>
                </c:pt>
                <c:pt idx="4">
                  <c:v>29</c:v>
                </c:pt>
                <c:pt idx="5">
                  <c:v>30</c:v>
                </c:pt>
                <c:pt idx="6">
                  <c:v>31</c:v>
                </c:pt>
                <c:pt idx="7">
                  <c:v>32</c:v>
                </c:pt>
                <c:pt idx="8">
                  <c:v>33</c:v>
                </c:pt>
                <c:pt idx="9">
                  <c:v>34</c:v>
                </c:pt>
                <c:pt idx="10">
                  <c:v>35</c:v>
                </c:pt>
                <c:pt idx="11">
                  <c:v>36</c:v>
                </c:pt>
                <c:pt idx="12">
                  <c:v>37</c:v>
                </c:pt>
                <c:pt idx="13">
                  <c:v>38</c:v>
                </c:pt>
                <c:pt idx="14">
                  <c:v>39</c:v>
                </c:pt>
                <c:pt idx="15">
                  <c:v>40</c:v>
                </c:pt>
                <c:pt idx="16">
                  <c:v>41</c:v>
                </c:pt>
                <c:pt idx="17">
                  <c:v>42</c:v>
                </c:pt>
                <c:pt idx="18">
                  <c:v>43</c:v>
                </c:pt>
                <c:pt idx="19">
                  <c:v>44</c:v>
                </c:pt>
                <c:pt idx="20">
                  <c:v>45</c:v>
                </c:pt>
                <c:pt idx="21">
                  <c:v>46</c:v>
                </c:pt>
                <c:pt idx="22">
                  <c:v>47</c:v>
                </c:pt>
                <c:pt idx="23">
                  <c:v>48</c:v>
                </c:pt>
                <c:pt idx="24">
                  <c:v>49</c:v>
                </c:pt>
                <c:pt idx="25">
                  <c:v>50</c:v>
                </c:pt>
                <c:pt idx="26">
                  <c:v>51</c:v>
                </c:pt>
                <c:pt idx="27">
                  <c:v>52</c:v>
                </c:pt>
                <c:pt idx="28">
                  <c:v>53</c:v>
                </c:pt>
                <c:pt idx="29">
                  <c:v>54</c:v>
                </c:pt>
                <c:pt idx="30">
                  <c:v>55</c:v>
                </c:pt>
                <c:pt idx="31">
                  <c:v>56</c:v>
                </c:pt>
                <c:pt idx="32">
                  <c:v>57</c:v>
                </c:pt>
                <c:pt idx="33">
                  <c:v>58</c:v>
                </c:pt>
                <c:pt idx="34">
                  <c:v>59</c:v>
                </c:pt>
                <c:pt idx="35">
                  <c:v>60</c:v>
                </c:pt>
                <c:pt idx="36">
                  <c:v>61</c:v>
                </c:pt>
                <c:pt idx="37">
                  <c:v>62</c:v>
                </c:pt>
                <c:pt idx="38">
                  <c:v>63</c:v>
                </c:pt>
                <c:pt idx="39">
                  <c:v>64</c:v>
                </c:pt>
                <c:pt idx="40">
                  <c:v>65</c:v>
                </c:pt>
                <c:pt idx="41">
                  <c:v>66</c:v>
                </c:pt>
                <c:pt idx="42">
                  <c:v>67</c:v>
                </c:pt>
                <c:pt idx="43">
                  <c:v>68</c:v>
                </c:pt>
              </c:numCache>
            </c:numRef>
          </c:xVal>
          <c:yVal>
            <c:numRef>
              <c:f>Sheet1!$B$2:$B$45</c:f>
              <c:numCache>
                <c:formatCode>General</c:formatCode>
                <c:ptCount val="44"/>
                <c:pt idx="0">
                  <c:v>1</c:v>
                </c:pt>
                <c:pt idx="1">
                  <c:v>0.99750000000005379</c:v>
                </c:pt>
                <c:pt idx="2">
                  <c:v>0.99500624999998255</c:v>
                </c:pt>
                <c:pt idx="3">
                  <c:v>0.99251873437495675</c:v>
                </c:pt>
                <c:pt idx="4">
                  <c:v>0.99003743753923867</c:v>
                </c:pt>
                <c:pt idx="5">
                  <c:v>0.98756234394511699</c:v>
                </c:pt>
                <c:pt idx="6">
                  <c:v>0.98509343808533756</c:v>
                </c:pt>
                <c:pt idx="7">
                  <c:v>0.98263070449016998</c:v>
                </c:pt>
                <c:pt idx="8">
                  <c:v>0.98017412772897261</c:v>
                </c:pt>
                <c:pt idx="9">
                  <c:v>0.97772369240938095</c:v>
                </c:pt>
                <c:pt idx="10">
                  <c:v>0.97527938317867924</c:v>
                </c:pt>
                <c:pt idx="11">
                  <c:v>0.97284118472074532</c:v>
                </c:pt>
                <c:pt idx="12">
                  <c:v>0.97040908175887508</c:v>
                </c:pt>
                <c:pt idx="13">
                  <c:v>0.96798305905452742</c:v>
                </c:pt>
                <c:pt idx="14">
                  <c:v>0.96556310140663504</c:v>
                </c:pt>
                <c:pt idx="15">
                  <c:v>0.96314919365323459</c:v>
                </c:pt>
                <c:pt idx="16">
                  <c:v>0.9607413206691946</c:v>
                </c:pt>
                <c:pt idx="17">
                  <c:v>0.95833946736746711</c:v>
                </c:pt>
                <c:pt idx="18">
                  <c:v>0.95594361869912936</c:v>
                </c:pt>
                <c:pt idx="19">
                  <c:v>0.95355375965227163</c:v>
                </c:pt>
                <c:pt idx="20">
                  <c:v>0.95116987525320984</c:v>
                </c:pt>
                <c:pt idx="21">
                  <c:v>0.94879195056514476</c:v>
                </c:pt>
                <c:pt idx="22">
                  <c:v>0.94641997068882755</c:v>
                </c:pt>
                <c:pt idx="23">
                  <c:v>0.94405392076185835</c:v>
                </c:pt>
                <c:pt idx="24">
                  <c:v>0.9416937859599207</c:v>
                </c:pt>
                <c:pt idx="25">
                  <c:v>0.93933955149505766</c:v>
                </c:pt>
                <c:pt idx="26">
                  <c:v>0.93699120261649638</c:v>
                </c:pt>
                <c:pt idx="27">
                  <c:v>0.93464872460995807</c:v>
                </c:pt>
                <c:pt idx="28">
                  <c:v>0.9323121027983885</c:v>
                </c:pt>
                <c:pt idx="29">
                  <c:v>0.9299813225413387</c:v>
                </c:pt>
                <c:pt idx="30">
                  <c:v>0.92765636923483563</c:v>
                </c:pt>
                <c:pt idx="31">
                  <c:v>0.92533722831182985</c:v>
                </c:pt>
                <c:pt idx="32">
                  <c:v>0.92302388524129197</c:v>
                </c:pt>
                <c:pt idx="33">
                  <c:v>0.92071632552793981</c:v>
                </c:pt>
                <c:pt idx="34">
                  <c:v>0.91841453471417611</c:v>
                </c:pt>
                <c:pt idx="35">
                  <c:v>0.91611849837744008</c:v>
                </c:pt>
                <c:pt idx="36">
                  <c:v>0.91382820213143146</c:v>
                </c:pt>
                <c:pt idx="37">
                  <c:v>0.9115436316260489</c:v>
                </c:pt>
                <c:pt idx="38">
                  <c:v>0.909264772547139</c:v>
                </c:pt>
                <c:pt idx="39">
                  <c:v>0.90699161061561462</c:v>
                </c:pt>
                <c:pt idx="40">
                  <c:v>0.90472413158926979</c:v>
                </c:pt>
                <c:pt idx="41">
                  <c:v>0.90246232126015691</c:v>
                </c:pt>
                <c:pt idx="42">
                  <c:v>0.90020616545715404</c:v>
                </c:pt>
                <c:pt idx="43">
                  <c:v>0.89795565004347211</c:v>
                </c:pt>
              </c:numCache>
            </c:numRef>
          </c:yVal>
          <c:smooth val="0"/>
          <c:extLst>
            <c:ext xmlns:c16="http://schemas.microsoft.com/office/drawing/2014/chart" uri="{C3380CC4-5D6E-409C-BE32-E72D297353CC}">
              <c16:uniqueId val="{00000001-5105-4F99-B382-92F650A4D838}"/>
            </c:ext>
          </c:extLst>
        </c:ser>
        <c:ser>
          <c:idx val="1"/>
          <c:order val="1"/>
          <c:tx>
            <c:strRef>
              <c:f>Sheet1!$B$47</c:f>
              <c:strCache>
                <c:ptCount val="1"/>
                <c:pt idx="0">
                  <c:v>Policy 2: mean</c:v>
                </c:pt>
              </c:strCache>
            </c:strRef>
          </c:tx>
          <c:spPr>
            <a:ln w="28575">
              <a:solidFill>
                <a:srgbClr val="0B4BFF"/>
              </a:solidFill>
            </a:ln>
          </c:spPr>
          <c:marker>
            <c:symbol val="none"/>
          </c:marker>
          <c:dLbls>
            <c:dLbl>
              <c:idx val="43"/>
              <c:tx>
                <c:rich>
                  <a:bodyPr/>
                  <a:lstStyle/>
                  <a:p>
                    <a:r>
                      <a:rPr lang="en-US" sz="1100" b="1">
                        <a:solidFill>
                          <a:srgbClr val="000F47"/>
                        </a:solidFill>
                      </a:rPr>
                      <a:t>0.985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105-4F99-B382-92F650A4D83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Sheet1!$A$48:$A$91</c:f>
              <c:numCache>
                <c:formatCode>General</c:formatCode>
                <c:ptCount val="44"/>
                <c:pt idx="0">
                  <c:v>25</c:v>
                </c:pt>
                <c:pt idx="1">
                  <c:v>26</c:v>
                </c:pt>
                <c:pt idx="2">
                  <c:v>27</c:v>
                </c:pt>
                <c:pt idx="3">
                  <c:v>28</c:v>
                </c:pt>
                <c:pt idx="4">
                  <c:v>29</c:v>
                </c:pt>
                <c:pt idx="5">
                  <c:v>30</c:v>
                </c:pt>
                <c:pt idx="6">
                  <c:v>31</c:v>
                </c:pt>
                <c:pt idx="7">
                  <c:v>32</c:v>
                </c:pt>
                <c:pt idx="8">
                  <c:v>33</c:v>
                </c:pt>
                <c:pt idx="9">
                  <c:v>34</c:v>
                </c:pt>
                <c:pt idx="10">
                  <c:v>35</c:v>
                </c:pt>
                <c:pt idx="11">
                  <c:v>36</c:v>
                </c:pt>
                <c:pt idx="12">
                  <c:v>37</c:v>
                </c:pt>
                <c:pt idx="13">
                  <c:v>38</c:v>
                </c:pt>
                <c:pt idx="14">
                  <c:v>39</c:v>
                </c:pt>
                <c:pt idx="15">
                  <c:v>40</c:v>
                </c:pt>
                <c:pt idx="16">
                  <c:v>41</c:v>
                </c:pt>
                <c:pt idx="17">
                  <c:v>42</c:v>
                </c:pt>
                <c:pt idx="18">
                  <c:v>43</c:v>
                </c:pt>
                <c:pt idx="19">
                  <c:v>44</c:v>
                </c:pt>
                <c:pt idx="20">
                  <c:v>45</c:v>
                </c:pt>
                <c:pt idx="21">
                  <c:v>46</c:v>
                </c:pt>
                <c:pt idx="22">
                  <c:v>47</c:v>
                </c:pt>
                <c:pt idx="23">
                  <c:v>48</c:v>
                </c:pt>
                <c:pt idx="24">
                  <c:v>49</c:v>
                </c:pt>
                <c:pt idx="25">
                  <c:v>50</c:v>
                </c:pt>
                <c:pt idx="26">
                  <c:v>51</c:v>
                </c:pt>
                <c:pt idx="27">
                  <c:v>52</c:v>
                </c:pt>
                <c:pt idx="28">
                  <c:v>53</c:v>
                </c:pt>
                <c:pt idx="29">
                  <c:v>54</c:v>
                </c:pt>
                <c:pt idx="30">
                  <c:v>55</c:v>
                </c:pt>
                <c:pt idx="31">
                  <c:v>56</c:v>
                </c:pt>
                <c:pt idx="32">
                  <c:v>57</c:v>
                </c:pt>
                <c:pt idx="33">
                  <c:v>58</c:v>
                </c:pt>
                <c:pt idx="34">
                  <c:v>59</c:v>
                </c:pt>
                <c:pt idx="35">
                  <c:v>60</c:v>
                </c:pt>
                <c:pt idx="36">
                  <c:v>61</c:v>
                </c:pt>
                <c:pt idx="37">
                  <c:v>62</c:v>
                </c:pt>
                <c:pt idx="38">
                  <c:v>63</c:v>
                </c:pt>
                <c:pt idx="39">
                  <c:v>64</c:v>
                </c:pt>
                <c:pt idx="40">
                  <c:v>65</c:v>
                </c:pt>
                <c:pt idx="41">
                  <c:v>66</c:v>
                </c:pt>
                <c:pt idx="42">
                  <c:v>67</c:v>
                </c:pt>
                <c:pt idx="43">
                  <c:v>68</c:v>
                </c:pt>
              </c:numCache>
            </c:numRef>
          </c:xVal>
          <c:yVal>
            <c:numRef>
              <c:f>Sheet1!$B$48:$B$91</c:f>
              <c:numCache>
                <c:formatCode>General</c:formatCode>
                <c:ptCount val="44"/>
                <c:pt idx="0">
                  <c:v>1</c:v>
                </c:pt>
                <c:pt idx="1">
                  <c:v>0.99992493424339135</c:v>
                </c:pt>
                <c:pt idx="2">
                  <c:v>0.99946460131276416</c:v>
                </c:pt>
                <c:pt idx="3">
                  <c:v>0.99898485702119721</c:v>
                </c:pt>
                <c:pt idx="4">
                  <c:v>0.9988123062702402</c:v>
                </c:pt>
                <c:pt idx="5">
                  <c:v>0.99853377181224801</c:v>
                </c:pt>
                <c:pt idx="6">
                  <c:v>0.9981815852950181</c:v>
                </c:pt>
                <c:pt idx="7">
                  <c:v>0.99806652548274832</c:v>
                </c:pt>
                <c:pt idx="8">
                  <c:v>0.99763409683112791</c:v>
                </c:pt>
                <c:pt idx="9">
                  <c:v>0.99729082392610757</c:v>
                </c:pt>
                <c:pt idx="10">
                  <c:v>0.99674509406676493</c:v>
                </c:pt>
                <c:pt idx="11">
                  <c:v>0.99621456434431399</c:v>
                </c:pt>
                <c:pt idx="12">
                  <c:v>0.99582227145335656</c:v>
                </c:pt>
                <c:pt idx="13">
                  <c:v>0.99568409347415654</c:v>
                </c:pt>
                <c:pt idx="14">
                  <c:v>0.99552010602879104</c:v>
                </c:pt>
                <c:pt idx="15">
                  <c:v>0.99514013669541745</c:v>
                </c:pt>
                <c:pt idx="16">
                  <c:v>0.99479358646451632</c:v>
                </c:pt>
                <c:pt idx="17">
                  <c:v>0.9943907266824954</c:v>
                </c:pt>
                <c:pt idx="18">
                  <c:v>0.99410382117331952</c:v>
                </c:pt>
                <c:pt idx="19">
                  <c:v>0.99392735044949332</c:v>
                </c:pt>
                <c:pt idx="20">
                  <c:v>0.99345391708021857</c:v>
                </c:pt>
                <c:pt idx="21">
                  <c:v>0.99309952316755301</c:v>
                </c:pt>
                <c:pt idx="22">
                  <c:v>0.99257592541805573</c:v>
                </c:pt>
                <c:pt idx="23">
                  <c:v>0.99208001342694607</c:v>
                </c:pt>
                <c:pt idx="24">
                  <c:v>0.99174803829123015</c:v>
                </c:pt>
                <c:pt idx="25">
                  <c:v>0.99140341366873197</c:v>
                </c:pt>
                <c:pt idx="26">
                  <c:v>0.99120379949719095</c:v>
                </c:pt>
                <c:pt idx="27">
                  <c:v>0.99091103641364664</c:v>
                </c:pt>
                <c:pt idx="28">
                  <c:v>0.99055215691473208</c:v>
                </c:pt>
                <c:pt idx="29">
                  <c:v>0.9903028035730902</c:v>
                </c:pt>
                <c:pt idx="30">
                  <c:v>0.98989992842019914</c:v>
                </c:pt>
                <c:pt idx="31">
                  <c:v>0.98942443855716833</c:v>
                </c:pt>
                <c:pt idx="32">
                  <c:v>0.98883951839103323</c:v>
                </c:pt>
                <c:pt idx="33">
                  <c:v>0.98846363619018107</c:v>
                </c:pt>
                <c:pt idx="34">
                  <c:v>0.98812272085179231</c:v>
                </c:pt>
                <c:pt idx="35">
                  <c:v>0.98779838326643077</c:v>
                </c:pt>
                <c:pt idx="36">
                  <c:v>0.9875614296541797</c:v>
                </c:pt>
                <c:pt idx="37">
                  <c:v>0.9874604126873826</c:v>
                </c:pt>
                <c:pt idx="38">
                  <c:v>0.98727374025775572</c:v>
                </c:pt>
                <c:pt idx="39">
                  <c:v>0.98691327923642513</c:v>
                </c:pt>
                <c:pt idx="40">
                  <c:v>0.98660413559530535</c:v>
                </c:pt>
                <c:pt idx="41">
                  <c:v>0.98617289823732968</c:v>
                </c:pt>
                <c:pt idx="42">
                  <c:v>0.98574054945921108</c:v>
                </c:pt>
                <c:pt idx="43">
                  <c:v>0.9853200800193328</c:v>
                </c:pt>
              </c:numCache>
            </c:numRef>
          </c:yVal>
          <c:smooth val="0"/>
          <c:extLst>
            <c:ext xmlns:c16="http://schemas.microsoft.com/office/drawing/2014/chart" uri="{C3380CC4-5D6E-409C-BE32-E72D297353CC}">
              <c16:uniqueId val="{00000003-5105-4F99-B382-92F650A4D838}"/>
            </c:ext>
          </c:extLst>
        </c:ser>
        <c:ser>
          <c:idx val="2"/>
          <c:order val="2"/>
          <c:tx>
            <c:strRef>
              <c:f>Sheet1!$B$93</c:f>
              <c:strCache>
                <c:ptCount val="1"/>
                <c:pt idx="0">
                  <c:v>Policy 2: 5% quantile</c:v>
                </c:pt>
              </c:strCache>
            </c:strRef>
          </c:tx>
          <c:spPr>
            <a:ln w="15875">
              <a:solidFill>
                <a:srgbClr val="0B4BFF"/>
              </a:solidFill>
              <a:prstDash val="dash"/>
            </a:ln>
          </c:spPr>
          <c:marker>
            <c:symbol val="none"/>
          </c:marker>
          <c:dLbls>
            <c:dLbl>
              <c:idx val="43"/>
              <c:tx>
                <c:rich>
                  <a:bodyPr/>
                  <a:lstStyle/>
                  <a:p>
                    <a:r>
                      <a:rPr lang="en-US" sz="1100" b="0">
                        <a:solidFill>
                          <a:srgbClr val="000F47"/>
                        </a:solidFill>
                      </a:rPr>
                      <a:t>0.927</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105-4F99-B382-92F650A4D83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Sheet1!$A$94:$A$137</c:f>
              <c:numCache>
                <c:formatCode>General</c:formatCode>
                <c:ptCount val="44"/>
                <c:pt idx="0">
                  <c:v>25</c:v>
                </c:pt>
                <c:pt idx="1">
                  <c:v>26</c:v>
                </c:pt>
                <c:pt idx="2">
                  <c:v>27</c:v>
                </c:pt>
                <c:pt idx="3">
                  <c:v>28</c:v>
                </c:pt>
                <c:pt idx="4">
                  <c:v>29</c:v>
                </c:pt>
                <c:pt idx="5">
                  <c:v>30</c:v>
                </c:pt>
                <c:pt idx="6">
                  <c:v>31</c:v>
                </c:pt>
                <c:pt idx="7">
                  <c:v>32</c:v>
                </c:pt>
                <c:pt idx="8">
                  <c:v>33</c:v>
                </c:pt>
                <c:pt idx="9">
                  <c:v>34</c:v>
                </c:pt>
                <c:pt idx="10">
                  <c:v>35</c:v>
                </c:pt>
                <c:pt idx="11">
                  <c:v>36</c:v>
                </c:pt>
                <c:pt idx="12">
                  <c:v>37</c:v>
                </c:pt>
                <c:pt idx="13">
                  <c:v>38</c:v>
                </c:pt>
                <c:pt idx="14">
                  <c:v>39</c:v>
                </c:pt>
                <c:pt idx="15">
                  <c:v>40</c:v>
                </c:pt>
                <c:pt idx="16">
                  <c:v>41</c:v>
                </c:pt>
                <c:pt idx="17">
                  <c:v>42</c:v>
                </c:pt>
                <c:pt idx="18">
                  <c:v>43</c:v>
                </c:pt>
                <c:pt idx="19">
                  <c:v>44</c:v>
                </c:pt>
                <c:pt idx="20">
                  <c:v>45</c:v>
                </c:pt>
                <c:pt idx="21">
                  <c:v>46</c:v>
                </c:pt>
                <c:pt idx="22">
                  <c:v>47</c:v>
                </c:pt>
                <c:pt idx="23">
                  <c:v>48</c:v>
                </c:pt>
                <c:pt idx="24">
                  <c:v>49</c:v>
                </c:pt>
                <c:pt idx="25">
                  <c:v>50</c:v>
                </c:pt>
                <c:pt idx="26">
                  <c:v>51</c:v>
                </c:pt>
                <c:pt idx="27">
                  <c:v>52</c:v>
                </c:pt>
                <c:pt idx="28">
                  <c:v>53</c:v>
                </c:pt>
                <c:pt idx="29">
                  <c:v>54</c:v>
                </c:pt>
                <c:pt idx="30">
                  <c:v>55</c:v>
                </c:pt>
                <c:pt idx="31">
                  <c:v>56</c:v>
                </c:pt>
                <c:pt idx="32">
                  <c:v>57</c:v>
                </c:pt>
                <c:pt idx="33">
                  <c:v>58</c:v>
                </c:pt>
                <c:pt idx="34">
                  <c:v>59</c:v>
                </c:pt>
                <c:pt idx="35">
                  <c:v>60</c:v>
                </c:pt>
                <c:pt idx="36">
                  <c:v>61</c:v>
                </c:pt>
                <c:pt idx="37">
                  <c:v>62</c:v>
                </c:pt>
                <c:pt idx="38">
                  <c:v>63</c:v>
                </c:pt>
                <c:pt idx="39">
                  <c:v>64</c:v>
                </c:pt>
                <c:pt idx="40">
                  <c:v>65</c:v>
                </c:pt>
                <c:pt idx="41">
                  <c:v>66</c:v>
                </c:pt>
                <c:pt idx="42">
                  <c:v>67</c:v>
                </c:pt>
                <c:pt idx="43">
                  <c:v>68</c:v>
                </c:pt>
              </c:numCache>
            </c:numRef>
          </c:xVal>
          <c:yVal>
            <c:numRef>
              <c:f>Sheet1!$B$94:$B$137</c:f>
              <c:numCache>
                <c:formatCode>General</c:formatCode>
                <c:ptCount val="44"/>
                <c:pt idx="0">
                  <c:v>1</c:v>
                </c:pt>
                <c:pt idx="1">
                  <c:v>0.98371929256220836</c:v>
                </c:pt>
                <c:pt idx="2">
                  <c:v>0.980019905710935</c:v>
                </c:pt>
                <c:pt idx="3">
                  <c:v>0.97764796145972677</c:v>
                </c:pt>
                <c:pt idx="4">
                  <c:v>0.97599727306895545</c:v>
                </c:pt>
                <c:pt idx="5">
                  <c:v>0.97381983156039464</c:v>
                </c:pt>
                <c:pt idx="6">
                  <c:v>0.97223390306260227</c:v>
                </c:pt>
                <c:pt idx="7">
                  <c:v>0.97099291542637278</c:v>
                </c:pt>
                <c:pt idx="8">
                  <c:v>0.96879580614026428</c:v>
                </c:pt>
                <c:pt idx="9">
                  <c:v>0.96781865154482005</c:v>
                </c:pt>
                <c:pt idx="10">
                  <c:v>0.96546480529628975</c:v>
                </c:pt>
                <c:pt idx="11">
                  <c:v>0.9640257781325271</c:v>
                </c:pt>
                <c:pt idx="12">
                  <c:v>0.96308040015161744</c:v>
                </c:pt>
                <c:pt idx="13">
                  <c:v>0.96198974829630091</c:v>
                </c:pt>
                <c:pt idx="14">
                  <c:v>0.96048686511804571</c:v>
                </c:pt>
                <c:pt idx="15">
                  <c:v>0.95928017229353968</c:v>
                </c:pt>
                <c:pt idx="16">
                  <c:v>0.95773731765554959</c:v>
                </c:pt>
                <c:pt idx="17">
                  <c:v>0.9559762609251472</c:v>
                </c:pt>
                <c:pt idx="18">
                  <c:v>0.95477588642409728</c:v>
                </c:pt>
                <c:pt idx="19">
                  <c:v>0.95401267773021248</c:v>
                </c:pt>
                <c:pt idx="20">
                  <c:v>0.95257901492856079</c:v>
                </c:pt>
                <c:pt idx="21">
                  <c:v>0.95142703854655919</c:v>
                </c:pt>
                <c:pt idx="22">
                  <c:v>0.94925571941533826</c:v>
                </c:pt>
                <c:pt idx="23">
                  <c:v>0.94829918758973364</c:v>
                </c:pt>
                <c:pt idx="24">
                  <c:v>0.94679094661200813</c:v>
                </c:pt>
                <c:pt idx="25">
                  <c:v>0.94582088132919739</c:v>
                </c:pt>
                <c:pt idx="26">
                  <c:v>0.94479045896148739</c:v>
                </c:pt>
                <c:pt idx="27">
                  <c:v>0.94365107974277018</c:v>
                </c:pt>
                <c:pt idx="28">
                  <c:v>0.9423954747977189</c:v>
                </c:pt>
                <c:pt idx="29">
                  <c:v>0.94158010227392541</c:v>
                </c:pt>
                <c:pt idx="30">
                  <c:v>0.94043848134555919</c:v>
                </c:pt>
                <c:pt idx="31">
                  <c:v>0.93970527008757077</c:v>
                </c:pt>
                <c:pt idx="32">
                  <c:v>0.93825375623866958</c:v>
                </c:pt>
                <c:pt idx="33">
                  <c:v>0.93718958930265461</c:v>
                </c:pt>
                <c:pt idx="34">
                  <c:v>0.93643331590114598</c:v>
                </c:pt>
                <c:pt idx="35">
                  <c:v>0.93536270844558667</c:v>
                </c:pt>
                <c:pt idx="36">
                  <c:v>0.93457842668165692</c:v>
                </c:pt>
                <c:pt idx="37">
                  <c:v>0.93401861470371128</c:v>
                </c:pt>
                <c:pt idx="38">
                  <c:v>0.93240275225087155</c:v>
                </c:pt>
                <c:pt idx="39">
                  <c:v>0.93070369090613358</c:v>
                </c:pt>
                <c:pt idx="40">
                  <c:v>0.93001620398255158</c:v>
                </c:pt>
                <c:pt idx="41">
                  <c:v>0.92861929152204803</c:v>
                </c:pt>
                <c:pt idx="42">
                  <c:v>0.92798243843944406</c:v>
                </c:pt>
                <c:pt idx="43">
                  <c:v>0.92712476406005451</c:v>
                </c:pt>
              </c:numCache>
            </c:numRef>
          </c:yVal>
          <c:smooth val="0"/>
          <c:extLst>
            <c:ext xmlns:c16="http://schemas.microsoft.com/office/drawing/2014/chart" uri="{C3380CC4-5D6E-409C-BE32-E72D297353CC}">
              <c16:uniqueId val="{00000005-5105-4F99-B382-92F650A4D838}"/>
            </c:ext>
          </c:extLst>
        </c:ser>
        <c:ser>
          <c:idx val="3"/>
          <c:order val="3"/>
          <c:tx>
            <c:strRef>
              <c:f>Sheet1!$B$139</c:f>
              <c:strCache>
                <c:ptCount val="1"/>
                <c:pt idx="0">
                  <c:v>Policy 2: 95% quantile</c:v>
                </c:pt>
              </c:strCache>
            </c:strRef>
          </c:tx>
          <c:spPr>
            <a:ln w="15875">
              <a:solidFill>
                <a:srgbClr val="0B4BFF"/>
              </a:solidFill>
              <a:prstDash val="dash"/>
            </a:ln>
          </c:spPr>
          <c:marker>
            <c:symbol val="none"/>
          </c:marker>
          <c:dLbls>
            <c:dLbl>
              <c:idx val="43"/>
              <c:tx>
                <c:rich>
                  <a:bodyPr/>
                  <a:lstStyle/>
                  <a:p>
                    <a:r>
                      <a:rPr lang="en-US" sz="1100" b="0">
                        <a:solidFill>
                          <a:srgbClr val="000F47"/>
                        </a:solidFill>
                      </a:rPr>
                      <a:t>1.053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105-4F99-B382-92F650A4D83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Sheet1!$A$140:$A$183</c:f>
              <c:numCache>
                <c:formatCode>General</c:formatCode>
                <c:ptCount val="44"/>
                <c:pt idx="0">
                  <c:v>25</c:v>
                </c:pt>
                <c:pt idx="1">
                  <c:v>26</c:v>
                </c:pt>
                <c:pt idx="2">
                  <c:v>27</c:v>
                </c:pt>
                <c:pt idx="3">
                  <c:v>28</c:v>
                </c:pt>
                <c:pt idx="4">
                  <c:v>29</c:v>
                </c:pt>
                <c:pt idx="5">
                  <c:v>30</c:v>
                </c:pt>
                <c:pt idx="6">
                  <c:v>31</c:v>
                </c:pt>
                <c:pt idx="7">
                  <c:v>32</c:v>
                </c:pt>
                <c:pt idx="8">
                  <c:v>33</c:v>
                </c:pt>
                <c:pt idx="9">
                  <c:v>34</c:v>
                </c:pt>
                <c:pt idx="10">
                  <c:v>35</c:v>
                </c:pt>
                <c:pt idx="11">
                  <c:v>36</c:v>
                </c:pt>
                <c:pt idx="12">
                  <c:v>37</c:v>
                </c:pt>
                <c:pt idx="13">
                  <c:v>38</c:v>
                </c:pt>
                <c:pt idx="14">
                  <c:v>39</c:v>
                </c:pt>
                <c:pt idx="15">
                  <c:v>40</c:v>
                </c:pt>
                <c:pt idx="16">
                  <c:v>41</c:v>
                </c:pt>
                <c:pt idx="17">
                  <c:v>42</c:v>
                </c:pt>
                <c:pt idx="18">
                  <c:v>43</c:v>
                </c:pt>
                <c:pt idx="19">
                  <c:v>44</c:v>
                </c:pt>
                <c:pt idx="20">
                  <c:v>45</c:v>
                </c:pt>
                <c:pt idx="21">
                  <c:v>46</c:v>
                </c:pt>
                <c:pt idx="22">
                  <c:v>47</c:v>
                </c:pt>
                <c:pt idx="23">
                  <c:v>48</c:v>
                </c:pt>
                <c:pt idx="24">
                  <c:v>49</c:v>
                </c:pt>
                <c:pt idx="25">
                  <c:v>50</c:v>
                </c:pt>
                <c:pt idx="26">
                  <c:v>51</c:v>
                </c:pt>
                <c:pt idx="27">
                  <c:v>52</c:v>
                </c:pt>
                <c:pt idx="28">
                  <c:v>53</c:v>
                </c:pt>
                <c:pt idx="29">
                  <c:v>54</c:v>
                </c:pt>
                <c:pt idx="30">
                  <c:v>55</c:v>
                </c:pt>
                <c:pt idx="31">
                  <c:v>56</c:v>
                </c:pt>
                <c:pt idx="32">
                  <c:v>57</c:v>
                </c:pt>
                <c:pt idx="33">
                  <c:v>58</c:v>
                </c:pt>
                <c:pt idx="34">
                  <c:v>59</c:v>
                </c:pt>
                <c:pt idx="35">
                  <c:v>60</c:v>
                </c:pt>
                <c:pt idx="36">
                  <c:v>61</c:v>
                </c:pt>
                <c:pt idx="37">
                  <c:v>62</c:v>
                </c:pt>
                <c:pt idx="38">
                  <c:v>63</c:v>
                </c:pt>
                <c:pt idx="39">
                  <c:v>64</c:v>
                </c:pt>
                <c:pt idx="40">
                  <c:v>65</c:v>
                </c:pt>
                <c:pt idx="41">
                  <c:v>66</c:v>
                </c:pt>
                <c:pt idx="42">
                  <c:v>67</c:v>
                </c:pt>
                <c:pt idx="43">
                  <c:v>68</c:v>
                </c:pt>
              </c:numCache>
            </c:numRef>
          </c:xVal>
          <c:yVal>
            <c:numRef>
              <c:f>Sheet1!$B$140:$B$183</c:f>
              <c:numCache>
                <c:formatCode>General</c:formatCode>
                <c:ptCount val="44"/>
                <c:pt idx="0">
                  <c:v>1</c:v>
                </c:pt>
                <c:pt idx="1">
                  <c:v>1.015979018771072</c:v>
                </c:pt>
                <c:pt idx="2">
                  <c:v>1.0200377918456922</c:v>
                </c:pt>
                <c:pt idx="3">
                  <c:v>1.0229284199127082</c:v>
                </c:pt>
                <c:pt idx="4">
                  <c:v>1.0265576526001561</c:v>
                </c:pt>
                <c:pt idx="5">
                  <c:v>1.0286826265441551</c:v>
                </c:pt>
                <c:pt idx="6">
                  <c:v>1.0299739541372803</c:v>
                </c:pt>
                <c:pt idx="7">
                  <c:v>1.0314066946077676</c:v>
                </c:pt>
                <c:pt idx="8">
                  <c:v>1.0327392248138396</c:v>
                </c:pt>
                <c:pt idx="9">
                  <c:v>1.0332408230128771</c:v>
                </c:pt>
                <c:pt idx="10">
                  <c:v>1.0344214993219791</c:v>
                </c:pt>
                <c:pt idx="11">
                  <c:v>1.0356769588374539</c:v>
                </c:pt>
                <c:pt idx="12">
                  <c:v>1.0364784950339176</c:v>
                </c:pt>
                <c:pt idx="13">
                  <c:v>1.036991544694347</c:v>
                </c:pt>
                <c:pt idx="14">
                  <c:v>1.0378082141463085</c:v>
                </c:pt>
                <c:pt idx="15">
                  <c:v>1.0389767257571265</c:v>
                </c:pt>
                <c:pt idx="16">
                  <c:v>1.0399081988745893</c:v>
                </c:pt>
                <c:pt idx="17">
                  <c:v>1.0405106608897403</c:v>
                </c:pt>
                <c:pt idx="18">
                  <c:v>1.0414887420093017</c:v>
                </c:pt>
                <c:pt idx="19">
                  <c:v>1.0416308416796232</c:v>
                </c:pt>
                <c:pt idx="20">
                  <c:v>1.0420264195425071</c:v>
                </c:pt>
                <c:pt idx="21">
                  <c:v>1.0420928637419258</c:v>
                </c:pt>
                <c:pt idx="22">
                  <c:v>1.0429484072666251</c:v>
                </c:pt>
                <c:pt idx="23">
                  <c:v>1.0436963916540289</c:v>
                </c:pt>
                <c:pt idx="24">
                  <c:v>1.0442126404659955</c:v>
                </c:pt>
                <c:pt idx="25">
                  <c:v>1.0445719173181689</c:v>
                </c:pt>
                <c:pt idx="26">
                  <c:v>1.0460379056348219</c:v>
                </c:pt>
                <c:pt idx="27">
                  <c:v>1.0465312514444203</c:v>
                </c:pt>
                <c:pt idx="28">
                  <c:v>1.0468792531169164</c:v>
                </c:pt>
                <c:pt idx="29">
                  <c:v>1.047316357023401</c:v>
                </c:pt>
                <c:pt idx="30">
                  <c:v>1.0478277697665312</c:v>
                </c:pt>
                <c:pt idx="31">
                  <c:v>1.0480015106117184</c:v>
                </c:pt>
                <c:pt idx="32">
                  <c:v>1.0481368688252901</c:v>
                </c:pt>
                <c:pt idx="33">
                  <c:v>1.0482062758815982</c:v>
                </c:pt>
                <c:pt idx="34">
                  <c:v>1.0481647896724218</c:v>
                </c:pt>
                <c:pt idx="35">
                  <c:v>1.0484252769438493</c:v>
                </c:pt>
                <c:pt idx="36">
                  <c:v>1.0491848822432039</c:v>
                </c:pt>
                <c:pt idx="37">
                  <c:v>1.0501788363991214</c:v>
                </c:pt>
                <c:pt idx="38">
                  <c:v>1.0495657882920446</c:v>
                </c:pt>
                <c:pt idx="39">
                  <c:v>1.0512495270109306</c:v>
                </c:pt>
                <c:pt idx="40">
                  <c:v>1.0522265474801242</c:v>
                </c:pt>
                <c:pt idx="41">
                  <c:v>1.0522683120208101</c:v>
                </c:pt>
                <c:pt idx="42">
                  <c:v>1.0532522594903935</c:v>
                </c:pt>
                <c:pt idx="43">
                  <c:v>1.0533507324534497</c:v>
                </c:pt>
              </c:numCache>
            </c:numRef>
          </c:yVal>
          <c:smooth val="0"/>
          <c:extLst>
            <c:ext xmlns:c16="http://schemas.microsoft.com/office/drawing/2014/chart" uri="{C3380CC4-5D6E-409C-BE32-E72D297353CC}">
              <c16:uniqueId val="{00000007-5105-4F99-B382-92F650A4D838}"/>
            </c:ext>
          </c:extLst>
        </c:ser>
        <c:dLbls>
          <c:showLegendKey val="0"/>
          <c:showVal val="0"/>
          <c:showCatName val="0"/>
          <c:showSerName val="0"/>
          <c:showPercent val="0"/>
          <c:showBubbleSize val="0"/>
        </c:dLbls>
        <c:axId val="-2128940872"/>
        <c:axId val="-2129643912"/>
      </c:scatterChart>
      <c:valAx>
        <c:axId val="-2128940872"/>
        <c:scaling>
          <c:orientation val="minMax"/>
          <c:max val="72"/>
          <c:min val="25"/>
        </c:scaling>
        <c:delete val="0"/>
        <c:axPos val="b"/>
        <c:title>
          <c:tx>
            <c:rich>
              <a:bodyPr/>
              <a:lstStyle/>
              <a:p>
                <a:r>
                  <a:rPr lang="en-US" sz="1100" b="0">
                    <a:solidFill>
                      <a:srgbClr val="7B7974"/>
                    </a:solidFill>
                  </a:rPr>
                  <a:t>Age</a:t>
                </a:r>
              </a:p>
            </c:rich>
          </c:tx>
          <c:overlay val="0"/>
        </c:title>
        <c:numFmt formatCode="0" sourceLinked="0"/>
        <c:majorTickMark val="out"/>
        <c:minorTickMark val="none"/>
        <c:tickLblPos val="nextTo"/>
        <c:spPr>
          <a:ln>
            <a:solidFill>
              <a:srgbClr val="D9D9D9"/>
            </a:solidFill>
          </a:ln>
        </c:spPr>
        <c:txPr>
          <a:bodyPr/>
          <a:lstStyle/>
          <a:p>
            <a:pPr>
              <a:defRPr sz="1100"/>
            </a:pPr>
            <a:endParaRPr lang="en-NL"/>
          </a:p>
        </c:txPr>
        <c:crossAx val="-2129643912"/>
        <c:crosses val="autoZero"/>
        <c:crossBetween val="midCat"/>
        <c:majorUnit val="5"/>
      </c:valAx>
      <c:valAx>
        <c:axId val="-2129643912"/>
        <c:scaling>
          <c:orientation val="minMax"/>
          <c:max val="1.1000000000000001"/>
          <c:min val="0.85"/>
        </c:scaling>
        <c:delete val="0"/>
        <c:axPos val="l"/>
        <c:majorGridlines>
          <c:spPr>
            <a:ln w="9525">
              <a:solidFill>
                <a:srgbClr val="D9D9D9"/>
              </a:solidFill>
            </a:ln>
          </c:spPr>
        </c:majorGridlines>
        <c:numFmt formatCode="0.00" sourceLinked="0"/>
        <c:majorTickMark val="out"/>
        <c:minorTickMark val="none"/>
        <c:tickLblPos val="nextTo"/>
        <c:spPr>
          <a:ln>
            <a:noFill/>
          </a:ln>
        </c:spPr>
        <c:txPr>
          <a:bodyPr/>
          <a:lstStyle/>
          <a:p>
            <a:pPr>
              <a:defRPr sz="1100"/>
            </a:pPr>
            <a:endParaRPr lang="en-NL"/>
          </a:p>
        </c:txPr>
        <c:crossAx val="-2128940872"/>
        <c:crosses val="autoZero"/>
        <c:crossBetween val="midCat"/>
        <c:majorUnit val="0.05"/>
      </c:valAx>
    </c:plotArea>
    <c:legend>
      <c:legendPos val="b"/>
      <c:layout>
        <c:manualLayout>
          <c:xMode val="edge"/>
          <c:yMode val="edge"/>
          <c:x val="1.4406429830074058E-2"/>
          <c:y val="0.90632411704604232"/>
          <c:w val="0.97118714033985187"/>
          <c:h val="8.115691420925325E-2"/>
        </c:manualLayout>
      </c:layout>
      <c:overlay val="0"/>
      <c:txPr>
        <a:bodyPr/>
        <a:lstStyle/>
        <a:p>
          <a:pPr>
            <a:defRPr sz="1100">
              <a:solidFill>
                <a:srgbClr val="000F47"/>
              </a:solidFill>
            </a:defRPr>
          </a:pPr>
          <a:endParaRPr lang="en-NL"/>
        </a:p>
      </c:txPr>
    </c:legend>
    <c:plotVisOnly val="1"/>
    <c:dispBlanksAs val="gap"/>
    <c:showDLblsOverMax val="0"/>
  </c:chart>
  <c:txPr>
    <a:bodyPr/>
    <a:lstStyle/>
    <a:p>
      <a:pPr>
        <a:defRPr sz="1100">
          <a:solidFill>
            <a:srgbClr val="7B7974"/>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4C70C6-87E9-BC42-B371-929C77B72D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B767FFED-7486-4848-A427-7FAAAC6506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E9D273-C17F-144C-9C13-E365762DD79B}" type="datetimeFigureOut">
              <a:rPr lang="en-GB" smtClean="0">
                <a:latin typeface="Arial" panose="020B0604020202020204" pitchFamily="34" charset="0"/>
              </a:rPr>
              <a:t>21/10/2026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D5A27765-63BC-A54C-A741-3E43D81DC3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680BB550-5806-6245-BFED-BC3F97BD75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5A3036-A3D1-1D40-85ED-227DB44E2BD2}"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121978374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1558C79A-4752-7040-A133-91C74992C31D}" type="datetimeFigureOut">
              <a:rPr lang="en-GB" smtClean="0"/>
              <a:pPr/>
              <a:t>21/10/2026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53BF5AC0-C4B3-464D-8E9B-9D86370B7879}" type="slidenum">
              <a:rPr lang="en-GB" smtClean="0"/>
              <a:pPr/>
              <a:t>‹#›</a:t>
            </a:fld>
            <a:endParaRPr lang="en-GB"/>
          </a:p>
        </p:txBody>
      </p:sp>
    </p:spTree>
    <p:extLst>
      <p:ext uri="{BB962C8B-B14F-4D97-AF65-F5344CB8AC3E}">
        <p14:creationId xmlns:p14="http://schemas.microsoft.com/office/powerpoint/2010/main" val="1168623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C419B-603D-2D6B-FA62-95155B0BD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E7FFA-F815-6597-4A03-8E8A0D86A47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4226F05-990B-E317-C1C0-0FD7D0686C05}"/>
              </a:ext>
            </a:extLst>
          </p:cNvPr>
          <p:cNvSpPr>
            <a:spLocks noGrp="1"/>
          </p:cNvSpPr>
          <p:nvPr>
            <p:ph type="body" sz="quarter" idx="3"/>
          </p:nvPr>
        </p:nvSpPr>
        <p:spPr/>
        <p:txBody>
          <a:bodyPr/>
          <a:lstStyle/>
          <a:p>
            <a:r>
              <a:rPr lang="en-US" i="1" dirty="0"/>
              <a:t>Slide 4</a:t>
            </a:r>
          </a:p>
          <a:p>
            <a:r>
              <a:rPr lang="en-US" dirty="0"/>
              <a:t>A pension fund hedges a large part of its interest rate risk with an interest rate overlay: receiver swaps, cash and bonds. Under the </a:t>
            </a:r>
            <a:r>
              <a:rPr lang="en-US" dirty="0" err="1"/>
              <a:t>Wtp</a:t>
            </a:r>
            <a:r>
              <a:rPr lang="en-US" dirty="0"/>
              <a:t> this task stays the same, but the way results are allocated changes.</a:t>
            </a:r>
          </a:p>
          <a:p>
            <a:endParaRPr lang="en-US" dirty="0"/>
          </a:p>
          <a:p>
            <a:r>
              <a:rPr lang="en-US" dirty="0"/>
              <a:t>Most funds choose the solidarity premium scheme (SPR) with the indirect, i.e. theoretical, method. The protection return is then not measured but calculated: the percentage change of the annuity factor on the DNB term structure, times the protection level of a cohort. It is credited regardless of what the investments earn.</a:t>
            </a:r>
          </a:p>
          <a:p>
            <a:endParaRPr lang="en-US" dirty="0"/>
          </a:p>
          <a:p>
            <a:r>
              <a:rPr lang="en-US" dirty="0"/>
              <a:t>The fund still has to earn that return with real instruments. The difference between the overlay return and the theoretical protection return is the mismatch return. Under the indirect method it enters the excess return and therefore lands mostly with younger participants. A structurally negative mismatch is a predictable transfer from young to old (Ernsting et al., 2025), and funds have to monitor and limit it.</a:t>
            </a:r>
          </a:p>
          <a:p>
            <a:endParaRPr lang="en-US" dirty="0"/>
          </a:p>
          <a:p>
            <a:r>
              <a:rPr lang="en-US" dirty="0"/>
              <a:t>Two sources the LDI manager controls directly: the cash drag (swaps pay 6m Euribor, money market funds earn about 25 bp per year less) and spread risk (bonds that yield more than swaps compensate the drag, but the spread moves and was even negative between 2015 and 2022).</a:t>
            </a:r>
            <a:endParaRPr lang="en-US" i="1" dirty="0"/>
          </a:p>
          <a:p>
            <a:endParaRPr lang="en-US" i="1" dirty="0"/>
          </a:p>
          <a:p>
            <a:r>
              <a:rPr lang="en-US" i="1" dirty="0"/>
              <a:t>Slide 6</a:t>
            </a:r>
          </a:p>
          <a:p>
            <a:r>
              <a:rPr lang="en-US" dirty="0"/>
              <a:t>To make the trade-off quantitative, I use Merton's life-cycle model, as also used for Dutch pension design (</a:t>
            </a:r>
            <a:r>
              <a:rPr lang="en-US" dirty="0" err="1"/>
              <a:t>Bovenberg</a:t>
            </a:r>
            <a:r>
              <a:rPr lang="en-US" dirty="0"/>
              <a:t> &amp; Mehlkopf, 2014). Wealth is measured in pension entitlement P = F/a: the yearly benefit the capital buys. In those units the theoretical protection return plays the role of the risk-free asset, and cash is risky.</a:t>
            </a:r>
          </a:p>
          <a:p>
            <a:endParaRPr lang="en-US" dirty="0"/>
          </a:p>
          <a:p>
            <a:r>
              <a:rPr lang="en-US" dirty="0"/>
              <a:t>Ito's lemma on P = F/a gives three parts: unprotected rate risk (zero for a fully protected cohort, beta = 1), the return portfolio, and the mismatch, plus covariance (Ito) terms that vanish if spread and rate shocks are uncorrelated. Mismatch is added as a second rewarded source of risk next to equity.</a:t>
            </a:r>
          </a:p>
          <a:p>
            <a:endParaRPr lang="en-US" dirty="0"/>
          </a:p>
          <a:p>
            <a:r>
              <a:rPr lang="en-US" dirty="0"/>
              <a:t>The mismatch follows from the instrument returns. Cash earns the short rate minus the cash drag; a receiver swap earns </a:t>
            </a:r>
            <a:r>
              <a:rPr lang="en-US" dirty="0" err="1"/>
              <a:t>D_sw</a:t>
            </a:r>
            <a:r>
              <a:rPr lang="en-US" dirty="0"/>
              <a:t>/</a:t>
            </a:r>
            <a:r>
              <a:rPr lang="en-US" dirty="0" err="1"/>
              <a:t>D_a</a:t>
            </a:r>
            <a:r>
              <a:rPr lang="en-US" dirty="0"/>
              <a:t> times the protection return; a bond earns the swap-curve return plus the spread s and a spread result -D_s ds. Choosing the swap notional so that the overlay duration equals the annuity duration makes the protection return drop out exactly. What remains is carry, s </a:t>
            </a:r>
            <a:r>
              <a:rPr lang="en-US" dirty="0" err="1"/>
              <a:t>x_B</a:t>
            </a:r>
            <a:r>
              <a:rPr lang="en-US" dirty="0"/>
              <a:t> - delta (1 - </a:t>
            </a:r>
            <a:r>
              <a:rPr lang="en-US" dirty="0" err="1"/>
              <a:t>x_B</a:t>
            </a:r>
            <a:r>
              <a:rPr lang="en-US" dirty="0"/>
              <a:t>), and the spread result.</a:t>
            </a:r>
          </a:p>
          <a:p>
            <a:endParaRPr lang="en-US" dirty="0"/>
          </a:p>
          <a:p>
            <a:r>
              <a:rPr lang="en-US" dirty="0"/>
              <a:t>The spread follows an Ornstein-</a:t>
            </a:r>
            <a:r>
              <a:rPr lang="en-US" dirty="0" err="1"/>
              <a:t>Uhlenbeck</a:t>
            </a:r>
            <a:r>
              <a:rPr lang="en-US" dirty="0"/>
              <a:t> process. The expected reward per unit of bonds, s + delta + D_s kappa (s - </a:t>
            </a:r>
            <a:r>
              <a:rPr lang="en-US" dirty="0" err="1"/>
              <a:t>s_bar</a:t>
            </a:r>
            <a:r>
              <a:rPr lang="en-US" dirty="0"/>
              <a:t>), rises with the spread level, so s is a state variable and the optimal allocation depends on the spread level and on the remaining horizon. The bond is a 10-year constant-maturity bond; its spread duration is held constant at the long-run spread, which is accurate to about 1 bp per year for a 10-year bond.</a:t>
            </a:r>
          </a:p>
          <a:p>
            <a:endParaRPr lang="en-US" i="1" dirty="0"/>
          </a:p>
          <a:p>
            <a:endParaRPr lang="en-US" i="1" dirty="0"/>
          </a:p>
          <a:p>
            <a:r>
              <a:rPr lang="en-US" i="1" dirty="0"/>
              <a:t>Slide 8</a:t>
            </a:r>
          </a:p>
          <a:p>
            <a:r>
              <a:rPr lang="en-US" dirty="0"/>
              <a:t>Base-base case: one fully protected cohort (beta = omega = 1) without return portfolio (</a:t>
            </a:r>
            <a:r>
              <a:rPr lang="en-US" dirty="0" err="1"/>
              <a:t>theta_E</a:t>
            </a:r>
            <a:r>
              <a:rPr lang="en-US" dirty="0"/>
              <a:t> = 0), so the entitlement only moves through the mismatch: </a:t>
            </a:r>
            <a:r>
              <a:rPr lang="en-US" dirty="0" err="1"/>
              <a:t>dP</a:t>
            </a:r>
            <a:r>
              <a:rPr lang="en-US" dirty="0"/>
              <a:t>/P = </a:t>
            </a:r>
            <a:r>
              <a:rPr lang="en-US" dirty="0" err="1"/>
              <a:t>dR^M</a:t>
            </a:r>
            <a:r>
              <a:rPr lang="en-US" dirty="0"/>
              <a:t>. Capital P_0 = 1 at age 25, no premiums, horizon to age 68 (T = 43). I simulate the two benchmark policies of Ernsting et al. (2025) on the same 10,000 spread paths.</a:t>
            </a:r>
          </a:p>
          <a:p>
            <a:endParaRPr lang="en-US" dirty="0"/>
          </a:p>
          <a:p>
            <a:r>
              <a:rPr lang="en-US" dirty="0"/>
              <a:t>Policy 1, no spread risk (</a:t>
            </a:r>
            <a:r>
              <a:rPr lang="en-US" dirty="0" err="1"/>
              <a:t>x_B</a:t>
            </a:r>
            <a:r>
              <a:rPr lang="en-US" dirty="0"/>
              <a:t> = 0): only cash and swaps. The mismatch is a certain -25 bp per year, so P_T = (1 - 0.0025)^43 = 0.898: a 10% lower pension at retirement, in every scenario.</a:t>
            </a:r>
          </a:p>
          <a:p>
            <a:endParaRPr lang="en-US" dirty="0"/>
          </a:p>
          <a:p>
            <a:r>
              <a:rPr lang="en-US" dirty="0"/>
              <a:t>Policy 2, zero carry (</a:t>
            </a:r>
            <a:r>
              <a:rPr lang="en-US" dirty="0" err="1"/>
              <a:t>x_B</a:t>
            </a:r>
            <a:r>
              <a:rPr lang="en-US" dirty="0"/>
              <a:t> = delta/(s + delta) for s &gt;= 0, otherwise 0): enough bonds that the spread exactly offsets the cash drag. Certainty equivalent 0.982 versus 0.898, i.e. +9.3%; in certainty-equivalent terms the yearly cost drops from 25 bp to about 4.3 bp. The ranking is robust to risk aversion (CE 0.984 at gamma = 2, 0.978 at gamma = 10).</a:t>
            </a:r>
          </a:p>
          <a:p>
            <a:endParaRPr lang="en-US" dirty="0"/>
          </a:p>
          <a:p>
            <a:r>
              <a:rPr lang="en-US" dirty="0"/>
              <a:t>Two weaknesses. First, the yearly mismatch is volatile: standard deviation about 1%, worst 5% of years -1.7%. That matters because under the </a:t>
            </a:r>
            <a:r>
              <a:rPr lang="en-US" dirty="0" err="1"/>
              <a:t>Wtp</a:t>
            </a:r>
            <a:r>
              <a:rPr lang="en-US" dirty="0"/>
              <a:t> mismatch is </a:t>
            </a:r>
            <a:r>
              <a:rPr lang="en-US" dirty="0" err="1"/>
              <a:t>realised</a:t>
            </a:r>
            <a:r>
              <a:rPr lang="en-US" dirty="0"/>
              <a:t> and allocated every year. Second, the rule is 'buy high, sell low': it holds the most bonds when spreads are tight and sells after widenings. With these illustrative parameters the spread is negative in 19% of years; the rule then holds only cash and pays the full cash drag. This motivates the optimal, adaptive policy of the next step.</a:t>
            </a:r>
          </a:p>
          <a:p>
            <a:endParaRPr lang="en-US" dirty="0"/>
          </a:p>
          <a:p>
            <a:r>
              <a:rPr lang="en-US" dirty="0"/>
              <a:t>Caveats: parameters are illustrative and not yet calibrated (AR(1) on spread history is planned); annual Euler steps slightly overstate the spread variance, monthly steps are planned.</a:t>
            </a:r>
          </a:p>
          <a:p>
            <a:endParaRPr lang="en-US" dirty="0"/>
          </a:p>
          <a:p>
            <a:r>
              <a:rPr lang="en-US" i="1" dirty="0"/>
              <a:t>Slide 9</a:t>
            </a:r>
          </a:p>
          <a:p>
            <a:r>
              <a:rPr dirty="0"/>
              <a:t>The thesis builds up in three cases, each nesting the previous one.</a:t>
            </a:r>
          </a:p>
          <a:p>
            <a:endParaRPr dirty="0"/>
          </a:p>
          <a:p>
            <a:r>
              <a:rPr dirty="0"/>
              <a:t>1. Base-base case (done): fixed policy rules are evaluated, so there is nothing to </a:t>
            </a:r>
            <a:r>
              <a:rPr dirty="0" err="1"/>
              <a:t>optimise</a:t>
            </a:r>
            <a:r>
              <a:rPr dirty="0"/>
              <a:t>. I simulate them by Monte Carlo with an Euler </a:t>
            </a:r>
            <a:r>
              <a:rPr dirty="0" err="1"/>
              <a:t>discretisation</a:t>
            </a:r>
            <a:r>
              <a:rPr dirty="0"/>
              <a:t>; policy 1 is also available in closed form.</a:t>
            </a:r>
          </a:p>
          <a:p>
            <a:endParaRPr dirty="0"/>
          </a:p>
          <a:p>
            <a:r>
              <a:rPr dirty="0"/>
              <a:t>2. Base case (next): same setting, but now the optimal bond allocation. The state is (P, s) with one Brownian motion. Because CRRA utility is homothetic in P and the expected reward is affine in s, the HJB equation admits an exponential-quadratic value function, as in Kim &amp; Omberg (1996). This reduces the PDE to three </a:t>
            </a:r>
            <a:r>
              <a:rPr dirty="0" err="1"/>
              <a:t>Riccati</a:t>
            </a:r>
            <a:r>
              <a:rPr dirty="0"/>
              <a:t> ODEs in the remaining horizon. The optimal policy is the myopic Merton demand, lambda(s)/(gamma </a:t>
            </a:r>
            <a:r>
              <a:rPr dirty="0" err="1"/>
              <a:t>sigma_B</a:t>
            </a:r>
            <a:r>
              <a:rPr dirty="0"/>
              <a:t>), minus an intertemporal hedging demand that depends on the horizon. This is analytical (semi-closed form). The constraint 0 &lt;= </a:t>
            </a:r>
            <a:r>
              <a:rPr dirty="0" err="1"/>
              <a:t>x_B</a:t>
            </a:r>
            <a:r>
              <a:rPr dirty="0"/>
              <a:t> &lt;= 1 is handled with a grid check by dynamic programming, which must reproduce the closed form when the constraint does not bind.</a:t>
            </a:r>
          </a:p>
          <a:p>
            <a:endParaRPr dirty="0"/>
          </a:p>
          <a:p>
            <a:r>
              <a:rPr dirty="0"/>
              <a:t>3. General case (later): the full model summary, where beta, omega and </a:t>
            </a:r>
            <a:r>
              <a:rPr dirty="0" err="1"/>
              <a:t>theta_E</a:t>
            </a:r>
            <a:r>
              <a:rPr dirty="0"/>
              <a:t> follow the fund's life-cycle allocation rules and change with age. Then the protection return no longer drops out: it needs a rate model (a level factor, consistent with the parallel-shift assumption) and the Ito covariance terms matter. No closed form exists, so the HJB equation is solved numerically by backward induction on a grid, and the policy is evaluated by Monte Carlo. The extension adds several cohorts with weights and a downside-risk penalty on negative mismatch.</a:t>
            </a:r>
          </a:p>
        </p:txBody>
      </p:sp>
      <p:sp>
        <p:nvSpPr>
          <p:cNvPr id="4" name="Slide Number Placeholder 3">
            <a:extLst>
              <a:ext uri="{FF2B5EF4-FFF2-40B4-BE49-F238E27FC236}">
                <a16:creationId xmlns:a16="http://schemas.microsoft.com/office/drawing/2014/main" id="{AFCA6A29-DEE4-E152-416E-32DDB2A093DC}"/>
              </a:ext>
            </a:extLst>
          </p:cNvPr>
          <p:cNvSpPr>
            <a:spLocks noGrp="1"/>
          </p:cNvSpPr>
          <p:nvPr>
            <p:ph type="sldNum" sz="quarter" idx="5"/>
          </p:nvPr>
        </p:nvSpPr>
        <p:spPr/>
      </p:sp>
    </p:spTree>
    <p:extLst>
      <p:ext uri="{BB962C8B-B14F-4D97-AF65-F5344CB8AC3E}">
        <p14:creationId xmlns:p14="http://schemas.microsoft.com/office/powerpoint/2010/main" val="391969483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customXml" Target="../../customXml/item43.xml"/><Relationship Id="rId7" Type="http://schemas.openxmlformats.org/officeDocument/2006/relationships/slideMaster" Target="../slideMasters/slideMaster1.xml"/><Relationship Id="rId2" Type="http://schemas.openxmlformats.org/officeDocument/2006/relationships/customXml" Target="../../customXml/item42.xml"/><Relationship Id="rId1" Type="http://schemas.openxmlformats.org/officeDocument/2006/relationships/customXml" Target="../../customXml/item47.xml"/><Relationship Id="rId6" Type="http://schemas.openxmlformats.org/officeDocument/2006/relationships/customXml" Target="../../customXml/item46.xml"/><Relationship Id="rId5" Type="http://schemas.openxmlformats.org/officeDocument/2006/relationships/customXml" Target="../../customXml/item45.xml"/><Relationship Id="rId10" Type="http://schemas.openxmlformats.org/officeDocument/2006/relationships/image" Target="../media/image5.png"/><Relationship Id="rId4" Type="http://schemas.openxmlformats.org/officeDocument/2006/relationships/customXml" Target="../../customXml/item44.xml"/><Relationship Id="rId9"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customXml" Target="../../customXml/item50.xml"/><Relationship Id="rId2" Type="http://schemas.openxmlformats.org/officeDocument/2006/relationships/customXml" Target="../../customXml/item49.xml"/><Relationship Id="rId1" Type="http://schemas.openxmlformats.org/officeDocument/2006/relationships/customXml" Target="../../customXml/item48.xml"/><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customXml" Target="../../customXml/item52.xml"/><Relationship Id="rId7" Type="http://schemas.openxmlformats.org/officeDocument/2006/relationships/slideMaster" Target="../slideMasters/slideMaster1.xml"/><Relationship Id="rId2" Type="http://schemas.openxmlformats.org/officeDocument/2006/relationships/customXml" Target="../../customXml/item51.xml"/><Relationship Id="rId1" Type="http://schemas.openxmlformats.org/officeDocument/2006/relationships/customXml" Target="../../customXml/item56.xml"/><Relationship Id="rId6" Type="http://schemas.openxmlformats.org/officeDocument/2006/relationships/customXml" Target="../../customXml/item55.xml"/><Relationship Id="rId5" Type="http://schemas.openxmlformats.org/officeDocument/2006/relationships/customXml" Target="../../customXml/item54.xml"/><Relationship Id="rId4" Type="http://schemas.openxmlformats.org/officeDocument/2006/relationships/customXml" Target="../../customXml/item53.xml"/><Relationship Id="rId9"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customXml" Target="../../customXml/item59.xml"/><Relationship Id="rId2" Type="http://schemas.openxmlformats.org/officeDocument/2006/relationships/customXml" Target="../../customXml/item58.xml"/><Relationship Id="rId1" Type="http://schemas.openxmlformats.org/officeDocument/2006/relationships/customXml" Target="../../customXml/item57.xml"/><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customXml" Target="../../customXml/item61.xml"/><Relationship Id="rId1" Type="http://schemas.openxmlformats.org/officeDocument/2006/relationships/customXml" Target="../../customXml/item60.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customXml" Target="../../customXml/item63.xml"/><Relationship Id="rId7" Type="http://schemas.openxmlformats.org/officeDocument/2006/relationships/image" Target="../media/image1.png"/><Relationship Id="rId2" Type="http://schemas.openxmlformats.org/officeDocument/2006/relationships/customXml" Target="../../customXml/item62.xml"/><Relationship Id="rId1" Type="http://schemas.openxmlformats.org/officeDocument/2006/relationships/customXml" Target="../../customXml/item66.xml"/><Relationship Id="rId6" Type="http://schemas.openxmlformats.org/officeDocument/2006/relationships/slideMaster" Target="../slideMasters/slideMaster1.xml"/><Relationship Id="rId5" Type="http://schemas.openxmlformats.org/officeDocument/2006/relationships/customXml" Target="../../customXml/item65.xml"/><Relationship Id="rId4" Type="http://schemas.openxmlformats.org/officeDocument/2006/relationships/customXml" Target="../../customXml/item64.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customXml" Target="../../customXml/item68.xml"/><Relationship Id="rId1" Type="http://schemas.openxmlformats.org/officeDocument/2006/relationships/customXml" Target="../../customXml/item67.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69.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70.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71.xml"/></Relationships>
</file>

<file path=ppt/slideLayouts/_rels/slideLayout11.xml.rels><?xml version="1.0" encoding="UTF-8" standalone="yes"?>
<Relationships xmlns="http://schemas.openxmlformats.org/package/2006/relationships"><Relationship Id="rId3" Type="http://schemas.openxmlformats.org/officeDocument/2006/relationships/customXml" Target="../../customXml/item74.xml"/><Relationship Id="rId2" Type="http://schemas.openxmlformats.org/officeDocument/2006/relationships/customXml" Target="../../customXml/item73.xml"/><Relationship Id="rId1" Type="http://schemas.openxmlformats.org/officeDocument/2006/relationships/customXml" Target="../../customXml/item72.xml"/><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customXml" Target="../../customXml/item76.xml"/><Relationship Id="rId7" Type="http://schemas.openxmlformats.org/officeDocument/2006/relationships/customXml" Target="../../customXml/item80.xml"/><Relationship Id="rId2" Type="http://schemas.openxmlformats.org/officeDocument/2006/relationships/customXml" Target="../../customXml/item75.xml"/><Relationship Id="rId1" Type="http://schemas.openxmlformats.org/officeDocument/2006/relationships/customXml" Target="../../customXml/item81.xml"/><Relationship Id="rId6" Type="http://schemas.openxmlformats.org/officeDocument/2006/relationships/customXml" Target="../../customXml/item79.xml"/><Relationship Id="rId5" Type="http://schemas.openxmlformats.org/officeDocument/2006/relationships/customXml" Target="../../customXml/item78.xml"/><Relationship Id="rId10" Type="http://schemas.openxmlformats.org/officeDocument/2006/relationships/image" Target="../media/image2.png"/><Relationship Id="rId4" Type="http://schemas.openxmlformats.org/officeDocument/2006/relationships/customXml" Target="../../customXml/item77.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customXml" Target="../../customXml/item84.xml"/><Relationship Id="rId2" Type="http://schemas.openxmlformats.org/officeDocument/2006/relationships/customXml" Target="../../customXml/item83.xml"/><Relationship Id="rId1" Type="http://schemas.openxmlformats.org/officeDocument/2006/relationships/customXml" Target="../../customXml/item82.xml"/><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customXml" Target="../../customXml/item86.xml"/><Relationship Id="rId7" Type="http://schemas.openxmlformats.org/officeDocument/2006/relationships/slideMaster" Target="../slideMasters/slideMaster1.xml"/><Relationship Id="rId2" Type="http://schemas.openxmlformats.org/officeDocument/2006/relationships/customXml" Target="../../customXml/item85.xml"/><Relationship Id="rId1" Type="http://schemas.openxmlformats.org/officeDocument/2006/relationships/customXml" Target="../../customXml/item90.xml"/><Relationship Id="rId6" Type="http://schemas.openxmlformats.org/officeDocument/2006/relationships/customXml" Target="../../customXml/item89.xml"/><Relationship Id="rId5" Type="http://schemas.openxmlformats.org/officeDocument/2006/relationships/customXml" Target="../../customXml/item88.xml"/><Relationship Id="rId4" Type="http://schemas.openxmlformats.org/officeDocument/2006/relationships/customXml" Target="../../customXml/item87.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customXml" Target="../../customXml/item92.xml"/><Relationship Id="rId7" Type="http://schemas.openxmlformats.org/officeDocument/2006/relationships/image" Target="../media/image1.png"/><Relationship Id="rId2" Type="http://schemas.openxmlformats.org/officeDocument/2006/relationships/customXml" Target="../../customXml/item91.xml"/><Relationship Id="rId1" Type="http://schemas.openxmlformats.org/officeDocument/2006/relationships/customXml" Target="../../customXml/item95.xml"/><Relationship Id="rId6" Type="http://schemas.openxmlformats.org/officeDocument/2006/relationships/slideMaster" Target="../slideMasters/slideMaster1.xml"/><Relationship Id="rId5" Type="http://schemas.openxmlformats.org/officeDocument/2006/relationships/customXml" Target="../../customXml/item94.xml"/><Relationship Id="rId4" Type="http://schemas.openxmlformats.org/officeDocument/2006/relationships/customXml" Target="../../customXml/item93.xml"/></Relationships>
</file>

<file path=ppt/slideLayouts/_rels/slideLayout16.xml.rels><?xml version="1.0" encoding="UTF-8" standalone="yes"?>
<Relationships xmlns="http://schemas.openxmlformats.org/package/2006/relationships"><Relationship Id="rId3" Type="http://schemas.openxmlformats.org/officeDocument/2006/relationships/customXml" Target="../../customXml/item97.xml"/><Relationship Id="rId7" Type="http://schemas.openxmlformats.org/officeDocument/2006/relationships/slideMaster" Target="../slideMasters/slideMaster1.xml"/><Relationship Id="rId2" Type="http://schemas.openxmlformats.org/officeDocument/2006/relationships/customXml" Target="../../customXml/item96.xml"/><Relationship Id="rId1" Type="http://schemas.openxmlformats.org/officeDocument/2006/relationships/customXml" Target="../../customXml/item101.xml"/><Relationship Id="rId6" Type="http://schemas.openxmlformats.org/officeDocument/2006/relationships/customXml" Target="../../customXml/item100.xml"/><Relationship Id="rId5" Type="http://schemas.openxmlformats.org/officeDocument/2006/relationships/customXml" Target="../../customXml/item99.xml"/><Relationship Id="rId4" Type="http://schemas.openxmlformats.org/officeDocument/2006/relationships/customXml" Target="../../customXml/item98.xml"/></Relationships>
</file>

<file path=ppt/slideLayouts/_rels/slideLayout17.xml.rels><?xml version="1.0" encoding="UTF-8" standalone="yes"?>
<Relationships xmlns="http://schemas.openxmlformats.org/package/2006/relationships"><Relationship Id="rId3" Type="http://schemas.openxmlformats.org/officeDocument/2006/relationships/customXml" Target="../../customXml/item104.xml"/><Relationship Id="rId2" Type="http://schemas.openxmlformats.org/officeDocument/2006/relationships/customXml" Target="../../customXml/item103.xml"/><Relationship Id="rId1" Type="http://schemas.openxmlformats.org/officeDocument/2006/relationships/customXml" Target="../../customXml/item102.xml"/><Relationship Id="rId5" Type="http://schemas.openxmlformats.org/officeDocument/2006/relationships/slideMaster" Target="../slideMasters/slideMaster1.xml"/><Relationship Id="rId4" Type="http://schemas.openxmlformats.org/officeDocument/2006/relationships/customXml" Target="../../customXml/item105.xml"/></Relationships>
</file>

<file path=ppt/slideLayouts/_rels/slideLayout1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customXml" Target="../../customXml/item107.xml"/><Relationship Id="rId7" Type="http://schemas.openxmlformats.org/officeDocument/2006/relationships/customXml" Target="../../customXml/item111.xml"/><Relationship Id="rId2" Type="http://schemas.openxmlformats.org/officeDocument/2006/relationships/customXml" Target="../../customXml/item106.xml"/><Relationship Id="rId1" Type="http://schemas.openxmlformats.org/officeDocument/2006/relationships/customXml" Target="../../customXml/item112.xml"/><Relationship Id="rId6" Type="http://schemas.openxmlformats.org/officeDocument/2006/relationships/customXml" Target="../../customXml/item110.xml"/><Relationship Id="rId5" Type="http://schemas.openxmlformats.org/officeDocument/2006/relationships/customXml" Target="../../customXml/item109.xml"/><Relationship Id="rId10" Type="http://schemas.openxmlformats.org/officeDocument/2006/relationships/image" Target="../media/image2.png"/><Relationship Id="rId4" Type="http://schemas.openxmlformats.org/officeDocument/2006/relationships/customXml" Target="../../customXml/item108.xml"/><Relationship Id="rId9"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3" Type="http://schemas.openxmlformats.org/officeDocument/2006/relationships/customXml" Target="../../customXml/item115.xml"/><Relationship Id="rId2" Type="http://schemas.openxmlformats.org/officeDocument/2006/relationships/customXml" Target="../../customXml/item114.xml"/><Relationship Id="rId1" Type="http://schemas.openxmlformats.org/officeDocument/2006/relationships/customXml" Target="../../customXml/item113.xml"/><Relationship Id="rId5" Type="http://schemas.openxmlformats.org/officeDocument/2006/relationships/slideMaster" Target="../slideMasters/slideMaster1.xml"/><Relationship Id="rId4" Type="http://schemas.openxmlformats.org/officeDocument/2006/relationships/customXml" Target="../../customXml/item116.xml"/></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customXml" Target="../../customXml/item118.xml"/><Relationship Id="rId7" Type="http://schemas.openxmlformats.org/officeDocument/2006/relationships/customXml" Target="../../customXml/item122.xml"/><Relationship Id="rId2" Type="http://schemas.openxmlformats.org/officeDocument/2006/relationships/customXml" Target="../../customXml/item117.xml"/><Relationship Id="rId1" Type="http://schemas.openxmlformats.org/officeDocument/2006/relationships/customXml" Target="../../customXml/item123.xml"/><Relationship Id="rId6" Type="http://schemas.openxmlformats.org/officeDocument/2006/relationships/customXml" Target="../../customXml/item121.xml"/><Relationship Id="rId5" Type="http://schemas.openxmlformats.org/officeDocument/2006/relationships/customXml" Target="../../customXml/item120.xml"/><Relationship Id="rId4" Type="http://schemas.openxmlformats.org/officeDocument/2006/relationships/customXml" Target="../../customXml/item119.xml"/></Relationships>
</file>

<file path=ppt/slideLayouts/_rels/slideLayout21.xml.rels><?xml version="1.0" encoding="UTF-8" standalone="yes"?>
<Relationships xmlns="http://schemas.openxmlformats.org/package/2006/relationships"><Relationship Id="rId8" Type="http://schemas.openxmlformats.org/officeDocument/2006/relationships/customXml" Target="../../customXml/item130.xml"/><Relationship Id="rId3" Type="http://schemas.openxmlformats.org/officeDocument/2006/relationships/customXml" Target="../../customXml/item125.xml"/><Relationship Id="rId7" Type="http://schemas.openxmlformats.org/officeDocument/2006/relationships/customXml" Target="../../customXml/item129.xml"/><Relationship Id="rId2" Type="http://schemas.openxmlformats.org/officeDocument/2006/relationships/customXml" Target="../../customXml/item124.xml"/><Relationship Id="rId1" Type="http://schemas.openxmlformats.org/officeDocument/2006/relationships/customXml" Target="../../customXml/item131.xml"/><Relationship Id="rId6" Type="http://schemas.openxmlformats.org/officeDocument/2006/relationships/customXml" Target="../../customXml/item128.xml"/><Relationship Id="rId5" Type="http://schemas.openxmlformats.org/officeDocument/2006/relationships/customXml" Target="../../customXml/item127.xml"/><Relationship Id="rId4" Type="http://schemas.openxmlformats.org/officeDocument/2006/relationships/customXml" Target="../../customXml/item126.xml"/><Relationship Id="rId9"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customXml" Target="../../customXml/item133.xml"/><Relationship Id="rId7" Type="http://schemas.openxmlformats.org/officeDocument/2006/relationships/slideMaster" Target="../slideMasters/slideMaster1.xml"/><Relationship Id="rId2" Type="http://schemas.openxmlformats.org/officeDocument/2006/relationships/customXml" Target="../../customXml/item132.xml"/><Relationship Id="rId1" Type="http://schemas.openxmlformats.org/officeDocument/2006/relationships/customXml" Target="../../customXml/item137.xml"/><Relationship Id="rId6" Type="http://schemas.openxmlformats.org/officeDocument/2006/relationships/customXml" Target="../../customXml/item136.xml"/><Relationship Id="rId5" Type="http://schemas.openxmlformats.org/officeDocument/2006/relationships/customXml" Target="../../customXml/item135.xml"/><Relationship Id="rId4" Type="http://schemas.openxmlformats.org/officeDocument/2006/relationships/customXml" Target="../../customXml/item134.xml"/><Relationship Id="rId9"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customXml" Target="../../customXml/item140.xml"/><Relationship Id="rId2" Type="http://schemas.openxmlformats.org/officeDocument/2006/relationships/customXml" Target="../../customXml/item139.xml"/><Relationship Id="rId1" Type="http://schemas.openxmlformats.org/officeDocument/2006/relationships/customXml" Target="../../customXml/item138.xml"/><Relationship Id="rId6" Type="http://schemas.openxmlformats.org/officeDocument/2006/relationships/slideMaster" Target="../slideMasters/slideMaster1.xml"/><Relationship Id="rId5" Type="http://schemas.openxmlformats.org/officeDocument/2006/relationships/customXml" Target="../../customXml/item142.xml"/><Relationship Id="rId4" Type="http://schemas.openxmlformats.org/officeDocument/2006/relationships/customXml" Target="../../customXml/item141.xml"/></Relationships>
</file>

<file path=ppt/slideLayouts/_rels/slideLayout24.xml.rels><?xml version="1.0" encoding="UTF-8" standalone="yes"?>
<Relationships xmlns="http://schemas.openxmlformats.org/package/2006/relationships"><Relationship Id="rId8" Type="http://schemas.openxmlformats.org/officeDocument/2006/relationships/customXml" Target="../../customXml/item149.xml"/><Relationship Id="rId3" Type="http://schemas.openxmlformats.org/officeDocument/2006/relationships/customXml" Target="../../customXml/item144.xml"/><Relationship Id="rId7" Type="http://schemas.openxmlformats.org/officeDocument/2006/relationships/customXml" Target="../../customXml/item148.xml"/><Relationship Id="rId2" Type="http://schemas.openxmlformats.org/officeDocument/2006/relationships/customXml" Target="../../customXml/item143.xml"/><Relationship Id="rId1" Type="http://schemas.openxmlformats.org/officeDocument/2006/relationships/customXml" Target="../../customXml/item150.xml"/><Relationship Id="rId6" Type="http://schemas.openxmlformats.org/officeDocument/2006/relationships/customXml" Target="../../customXml/item147.xml"/><Relationship Id="rId11" Type="http://schemas.openxmlformats.org/officeDocument/2006/relationships/image" Target="../media/image2.png"/><Relationship Id="rId5" Type="http://schemas.openxmlformats.org/officeDocument/2006/relationships/customXml" Target="../../customXml/item146.xml"/><Relationship Id="rId10" Type="http://schemas.openxmlformats.org/officeDocument/2006/relationships/image" Target="../media/image1.png"/><Relationship Id="rId4" Type="http://schemas.openxmlformats.org/officeDocument/2006/relationships/customXml" Target="../../customXml/item145.xml"/><Relationship Id="rId9"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customXml" Target="../../customXml/item153.xml"/><Relationship Id="rId2" Type="http://schemas.openxmlformats.org/officeDocument/2006/relationships/customXml" Target="../../customXml/item152.xml"/><Relationship Id="rId1" Type="http://schemas.openxmlformats.org/officeDocument/2006/relationships/customXml" Target="../../customXml/item151.xml"/><Relationship Id="rId6" Type="http://schemas.openxmlformats.org/officeDocument/2006/relationships/slideMaster" Target="../slideMasters/slideMaster1.xml"/><Relationship Id="rId5" Type="http://schemas.openxmlformats.org/officeDocument/2006/relationships/customXml" Target="../../customXml/item155.xml"/><Relationship Id="rId4" Type="http://schemas.openxmlformats.org/officeDocument/2006/relationships/customXml" Target="../../customXml/item154.xml"/></Relationships>
</file>

<file path=ppt/slideLayouts/_rels/slideLayout26.xml.rels><?xml version="1.0" encoding="UTF-8" standalone="yes"?>
<Relationships xmlns="http://schemas.openxmlformats.org/package/2006/relationships"><Relationship Id="rId3" Type="http://schemas.openxmlformats.org/officeDocument/2006/relationships/customXml" Target="../../customXml/item157.xml"/><Relationship Id="rId7" Type="http://schemas.openxmlformats.org/officeDocument/2006/relationships/image" Target="../media/image2.png"/><Relationship Id="rId2" Type="http://schemas.openxmlformats.org/officeDocument/2006/relationships/customXml" Target="../../customXml/item156.xml"/><Relationship Id="rId1" Type="http://schemas.openxmlformats.org/officeDocument/2006/relationships/customXml" Target="../../customXml/item159.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customXml" Target="../../customXml/item158.xml"/></Relationships>
</file>

<file path=ppt/slideLayouts/_rels/slideLayout27.xml.rels><?xml version="1.0" encoding="UTF-8" standalone="yes"?>
<Relationships xmlns="http://schemas.openxmlformats.org/package/2006/relationships"><Relationship Id="rId3" Type="http://schemas.openxmlformats.org/officeDocument/2006/relationships/customXml" Target="../../customXml/item161.xml"/><Relationship Id="rId2" Type="http://schemas.openxmlformats.org/officeDocument/2006/relationships/customXml" Target="../../customXml/item160.xml"/><Relationship Id="rId1" Type="http://schemas.openxmlformats.org/officeDocument/2006/relationships/customXml" Target="../../customXml/item16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customXml/item164.xml"/><Relationship Id="rId7" Type="http://schemas.openxmlformats.org/officeDocument/2006/relationships/image" Target="../media/image6.png"/><Relationship Id="rId2" Type="http://schemas.openxmlformats.org/officeDocument/2006/relationships/customXml" Target="../../customXml/item163.xml"/><Relationship Id="rId1" Type="http://schemas.openxmlformats.org/officeDocument/2006/relationships/customXml" Target="../../customXml/item167.xml"/><Relationship Id="rId6" Type="http://schemas.openxmlformats.org/officeDocument/2006/relationships/slideMaster" Target="../slideMasters/slideMaster1.xml"/><Relationship Id="rId5" Type="http://schemas.openxmlformats.org/officeDocument/2006/relationships/customXml" Target="../../customXml/item166.xml"/><Relationship Id="rId4" Type="http://schemas.openxmlformats.org/officeDocument/2006/relationships/customXml" Target="../../customXml/item165.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reserve="1">
  <p:cSld name="Title Slide">
    <p:bg>
      <p:bgPr>
        <a:solidFill>
          <a:schemeClr val="l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custDataLst>
              <p:custData r:id="rId2"/>
            </p:custDataLst>
          </p:nvPr>
        </p:nvSpPr>
        <p:spPr>
          <a:xfrm>
            <a:off x="457200" y="2566800"/>
            <a:ext cx="6906703" cy="880153"/>
          </a:xfrm>
          <a:prstGeom prst="rect">
            <a:avLst/>
          </a:prstGeom>
        </p:spPr>
        <p:txBody>
          <a:bodyPr vert="horz" lIns="0" tIns="0" rIns="0" bIns="0" anchor="b"/>
          <a:lstStyle>
            <a:lvl1pPr>
              <a:lnSpc>
                <a:spcPct val="90000"/>
              </a:lnSpc>
              <a:defRPr sz="4000" b="0" i="0" cap="none" baseline="0">
                <a:solidFill>
                  <a:schemeClr val="dk1"/>
                </a:solidFill>
                <a:latin typeface="+mj-lt"/>
                <a:cs typeface="Georgia Pro Light" panose="02040302050405020303" pitchFamily="18" charset="0"/>
              </a:defRPr>
            </a:lvl1pPr>
          </a:lstStyle>
          <a:p>
            <a:r>
              <a:rPr lang="nl-NL"/>
              <a:t>Hoofdtitel</a:t>
            </a:r>
            <a:endParaRPr lang="nl-NL" dirty="0"/>
          </a:p>
        </p:txBody>
      </p:sp>
      <p:sp>
        <p:nvSpPr>
          <p:cNvPr id="3" name="Subtitle"/>
          <p:cNvSpPr>
            <a:spLocks noGrp="1"/>
          </p:cNvSpPr>
          <p:nvPr>
            <p:ph type="subTitle" idx="1" hasCustomPrompt="1"/>
            <p:custDataLst>
              <p:custData r:id="rId3"/>
            </p:custDataLst>
          </p:nvPr>
        </p:nvSpPr>
        <p:spPr>
          <a:xfrm>
            <a:off x="7533764" y="2566800"/>
            <a:ext cx="4201201" cy="340038"/>
          </a:xfrm>
        </p:spPr>
        <p:txBody>
          <a:bodyPr anchor="b" anchorCtr="0"/>
          <a:lstStyle>
            <a:lvl1pPr marL="0" indent="0" algn="r">
              <a:lnSpc>
                <a:spcPct val="100000"/>
              </a:lnSpc>
              <a:spcBef>
                <a:spcPts val="0"/>
              </a:spcBef>
              <a:spcAft>
                <a:spcPts val="0"/>
              </a:spcAft>
              <a:buNone/>
              <a:defRPr sz="1200" cap="none">
                <a:solidFill>
                  <a:schemeClr val="dk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Ondertitel</a:t>
            </a:r>
            <a:endParaRPr lang="nl-NL" dirty="0"/>
          </a:p>
        </p:txBody>
      </p:sp>
      <p:sp>
        <p:nvSpPr>
          <p:cNvPr id="9" name="Text Placeholder 8">
            <a:extLst>
              <a:ext uri="{FF2B5EF4-FFF2-40B4-BE49-F238E27FC236}">
                <a16:creationId xmlns:a16="http://schemas.microsoft.com/office/drawing/2014/main" id="{538E4E92-9AFC-8F34-D178-F85738EE60B0}"/>
              </a:ext>
            </a:extLst>
          </p:cNvPr>
          <p:cNvSpPr>
            <a:spLocks noGrp="1"/>
          </p:cNvSpPr>
          <p:nvPr>
            <p:ph type="body" sz="quarter" idx="10" hasCustomPrompt="1"/>
            <p:custDataLst>
              <p:custData r:id="rId4"/>
            </p:custDataLst>
          </p:nvPr>
        </p:nvSpPr>
        <p:spPr>
          <a:xfrm>
            <a:off x="7533766" y="2955600"/>
            <a:ext cx="4202235" cy="388800"/>
          </a:xfrm>
        </p:spPr>
        <p:txBody>
          <a:bodyPr anchor="b" anchorCtr="0"/>
          <a:lstStyle>
            <a:lvl1pPr marL="0" indent="0" algn="r">
              <a:buNone/>
              <a:defRPr sz="1200">
                <a:solidFill>
                  <a:schemeClr val="dk1"/>
                </a:solidFill>
              </a:defRPr>
            </a:lvl1pPr>
          </a:lstStyle>
          <a:p>
            <a:pPr lvl="0"/>
            <a:r>
              <a:rPr lang="nl-NL"/>
              <a:t>Presenter</a:t>
            </a:r>
            <a:endParaRPr lang="nl-NL" dirty="0"/>
          </a:p>
        </p:txBody>
      </p:sp>
      <p:sp>
        <p:nvSpPr>
          <p:cNvPr id="11" name="Text Placeholder 10">
            <a:extLst>
              <a:ext uri="{FF2B5EF4-FFF2-40B4-BE49-F238E27FC236}">
                <a16:creationId xmlns:a16="http://schemas.microsoft.com/office/drawing/2014/main" id="{5804D60C-57AB-68C3-4AB4-908C9DFEFAD1}"/>
              </a:ext>
            </a:extLst>
          </p:cNvPr>
          <p:cNvSpPr>
            <a:spLocks noGrp="1"/>
          </p:cNvSpPr>
          <p:nvPr>
            <p:ph type="body" sz="quarter" idx="11" hasCustomPrompt="1"/>
            <p:custDataLst>
              <p:custData r:id="rId5"/>
            </p:custDataLst>
          </p:nvPr>
        </p:nvSpPr>
        <p:spPr>
          <a:xfrm>
            <a:off x="7533764" y="428400"/>
            <a:ext cx="4202235" cy="536400"/>
          </a:xfrm>
        </p:spPr>
        <p:txBody>
          <a:bodyPr anchor="t"/>
          <a:lstStyle>
            <a:lvl1pPr marL="0" indent="0" algn="r">
              <a:buNone/>
              <a:defRPr sz="1000">
                <a:solidFill>
                  <a:schemeClr val="dk1"/>
                </a:solidFill>
              </a:defRPr>
            </a:lvl1pPr>
          </a:lstStyle>
          <a:p>
            <a:pPr lvl="0"/>
            <a:r>
              <a:rPr lang="nl-NL"/>
              <a:t>DATE</a:t>
            </a:r>
            <a:endParaRPr lang="nl-NL" dirty="0"/>
          </a:p>
        </p:txBody>
      </p:sp>
      <p:sp>
        <p:nvSpPr>
          <p:cNvPr id="4" name="FrameImage" descr="PowerPoint default image Sky Blue: PowerPoint default image Sky Blue.">
            <a:extLst>
              <a:ext uri="{FF2B5EF4-FFF2-40B4-BE49-F238E27FC236}">
                <a16:creationId xmlns:a16="http://schemas.microsoft.com/office/drawing/2014/main" id="{2D311B1E-6C67-7F54-F36A-7E2D1B6912CA}"/>
              </a:ext>
            </a:extLst>
          </p:cNvPr>
          <p:cNvSpPr/>
          <p:nvPr userDrawn="1">
            <p:custDataLst>
              <p:custData r:id="rId6"/>
            </p:custDataLst>
          </p:nvPr>
        </p:nvSpPr>
        <p:spPr>
          <a:xfrm>
            <a:off x="457200" y="3542400"/>
            <a:ext cx="11278800" cy="3315600"/>
          </a:xfrm>
          <a:prstGeom prst="rect">
            <a:avLst/>
          </a:prstGeom>
          <a:blipFill>
            <a:blip r:embed="rId8"/>
            <a:stretch>
              <a:fillRect t="-45674" b="-45674"/>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endParaRPr>
          </a:p>
        </p:txBody>
      </p:sp>
      <p:pic>
        <p:nvPicPr>
          <p:cNvPr id="6" name="CoverMainLogo_WHITE" descr="The Mercer company logo." hidden="1">
            <a:extLst>
              <a:ext uri="{FF2B5EF4-FFF2-40B4-BE49-F238E27FC236}">
                <a16:creationId xmlns:a16="http://schemas.microsoft.com/office/drawing/2014/main" id="{18067300-E5E1-89FF-C871-8DF3AE9083D5}"/>
              </a:ext>
            </a:extLst>
          </p:cNvPr>
          <p:cNvPicPr>
            <a:picLocks noChangeAspect="1"/>
          </p:cNvPicPr>
          <p:nvPr userDrawn="1"/>
        </p:nvPicPr>
        <p:blipFill>
          <a:blip r:embed="rId9"/>
          <a:stretch>
            <a:fillRect/>
          </a:stretch>
        </p:blipFill>
        <p:spPr bwMode="invGray">
          <a:xfrm>
            <a:off x="457200" y="457200"/>
            <a:ext cx="1673355" cy="365761"/>
          </a:xfrm>
          <a:prstGeom prst="rect">
            <a:avLst/>
          </a:prstGeom>
        </p:spPr>
      </p:pic>
      <p:pic>
        <p:nvPicPr>
          <p:cNvPr id="8" name="CoverMainLogo_COLOUR" descr="The Mercer company logo.">
            <a:extLst>
              <a:ext uri="{FF2B5EF4-FFF2-40B4-BE49-F238E27FC236}">
                <a16:creationId xmlns:a16="http://schemas.microsoft.com/office/drawing/2014/main" id="{B5C12CDB-6476-6223-D39D-45C408F291B5}"/>
              </a:ext>
            </a:extLst>
          </p:cNvPr>
          <p:cNvPicPr>
            <a:picLocks noChangeAspect="1"/>
          </p:cNvPicPr>
          <p:nvPr userDrawn="1"/>
        </p:nvPicPr>
        <p:blipFill>
          <a:blip r:embed="rId10"/>
          <a:stretch>
            <a:fillRect/>
          </a:stretch>
        </p:blipFill>
        <p:spPr bwMode="invGray">
          <a:xfrm>
            <a:off x="457200" y="457200"/>
            <a:ext cx="1673355" cy="365761"/>
          </a:xfrm>
          <a:prstGeom prst="rect">
            <a:avLst/>
          </a:prstGeom>
        </p:spPr>
      </p:pic>
    </p:spTree>
    <p:custDataLst>
      <p:custData r:id="rId1"/>
    </p:custDataLst>
    <p:extLst>
      <p:ext uri="{BB962C8B-B14F-4D97-AF65-F5344CB8AC3E}">
        <p14:creationId xmlns:p14="http://schemas.microsoft.com/office/powerpoint/2010/main" val="1583194702"/>
      </p:ext>
    </p:extLst>
  </p:cSld>
  <p:clrMapOvr>
    <a:masterClrMapping/>
  </p:clrMapOvr>
  <p:extLst>
    <p:ext uri="{DCECCB84-F9BA-43D5-87BE-67443E8EF086}">
      <p15:sldGuideLst xmlns:p15="http://schemas.microsoft.com/office/powerpoint/2012/main">
        <p15:guide id="3" orient="horz" pos="200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custData r:id="rId1"/>
            </p:custDataLst>
          </p:nvPr>
        </p:nvSpPr>
        <p:spPr>
          <a:xfrm>
            <a:off x="464400" y="1411200"/>
            <a:ext cx="11271600" cy="4878000"/>
          </a:xfrm>
        </p:spPr>
        <p:txBody>
          <a:bodyPr/>
          <a:lstStyle>
            <a:lvl1pPr>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2" name="Text Placeholder 6">
            <a:extLst>
              <a:ext uri="{FF2B5EF4-FFF2-40B4-BE49-F238E27FC236}">
                <a16:creationId xmlns:a16="http://schemas.microsoft.com/office/drawing/2014/main" id="{1DBFA167-EBBB-980F-D592-144B4E0B90D0}"/>
              </a:ext>
            </a:extLst>
          </p:cNvPr>
          <p:cNvSpPr>
            <a:spLocks noGrp="1"/>
          </p:cNvSpPr>
          <p:nvPr>
            <p:ph type="body" sz="quarter" idx="12" hasCustomPrompt="1"/>
            <p:custDataLst>
              <p:custData r:id="rId2"/>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4" name="Title 3">
            <a:extLst>
              <a:ext uri="{FF2B5EF4-FFF2-40B4-BE49-F238E27FC236}">
                <a16:creationId xmlns:a16="http://schemas.microsoft.com/office/drawing/2014/main" id="{E3687A39-A1EB-59AA-2F79-DB2DEA0CF268}"/>
              </a:ext>
            </a:extLst>
          </p:cNvPr>
          <p:cNvSpPr>
            <a:spLocks noGrp="1"/>
          </p:cNvSpPr>
          <p:nvPr>
            <p:ph type="title" hasCustomPrompt="1"/>
            <p:custDataLst>
              <p:custData r:id="rId3"/>
            </p:custDataLst>
          </p:nvPr>
        </p:nvSpPr>
        <p:spPr/>
        <p:txBody>
          <a:bodyPr/>
          <a:lstStyle>
            <a:lvl1pPr>
              <a:defRPr/>
            </a:lvl1pPr>
          </a:lstStyle>
          <a:p>
            <a:r>
              <a:rPr lang="nl-NL" dirty="0"/>
              <a:t>Klik om titel toe </a:t>
            </a:r>
            <a:r>
              <a:rPr lang="nl-NL"/>
              <a:t>te voegen</a:t>
            </a:r>
            <a:endParaRPr lang="nl-NL" dirty="0"/>
          </a:p>
        </p:txBody>
      </p:sp>
      <p:sp>
        <p:nvSpPr>
          <p:cNvPr id="6" name="Footer Placeholder 5">
            <a:extLst>
              <a:ext uri="{FF2B5EF4-FFF2-40B4-BE49-F238E27FC236}">
                <a16:creationId xmlns:a16="http://schemas.microsoft.com/office/drawing/2014/main" id="{BCFA0953-CC8E-69D0-A82A-0F0F688129BE}"/>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7F2132D5-5186-04AF-22B7-C3D719B1D91C}"/>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760007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 Midnight blue" type="obj" preserve="1">
  <p:cSld name="Title and Content - Midnight blue">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custDataLst>
              <p:custData r:id="rId2"/>
            </p:custDataLst>
          </p:nvPr>
        </p:nvSpPr>
        <p:spPr>
          <a:xfrm>
            <a:off x="464400" y="1411200"/>
            <a:ext cx="11271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2" name="Text Placeholder 6">
            <a:extLst>
              <a:ext uri="{FF2B5EF4-FFF2-40B4-BE49-F238E27FC236}">
                <a16:creationId xmlns:a16="http://schemas.microsoft.com/office/drawing/2014/main" id="{1DBFA167-EBBB-980F-D592-144B4E0B90D0}"/>
              </a:ext>
            </a:extLst>
          </p:cNvPr>
          <p:cNvSpPr>
            <a:spLocks noGrp="1"/>
          </p:cNvSpPr>
          <p:nvPr>
            <p:ph type="body" sz="quarter" idx="12" hasCustomPrompt="1"/>
            <p:custDataLst>
              <p:custData r:id="rId3"/>
            </p:custDataLst>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4" name="Title 3">
            <a:extLst>
              <a:ext uri="{FF2B5EF4-FFF2-40B4-BE49-F238E27FC236}">
                <a16:creationId xmlns:a16="http://schemas.microsoft.com/office/drawing/2014/main" id="{E3687A39-A1EB-59AA-2F79-DB2DEA0CF268}"/>
              </a:ext>
            </a:extLst>
          </p:cNvPr>
          <p:cNvSpPr>
            <a:spLocks noGrp="1"/>
          </p:cNvSpPr>
          <p:nvPr>
            <p:ph type="title" hasCustomPrompt="1"/>
            <p:custDataLst>
              <p:custData r:id="rId4"/>
            </p:custDataLst>
          </p:nvPr>
        </p:nvSpPr>
        <p:spPr/>
        <p:txBody>
          <a:bodyPr/>
          <a:lstStyle>
            <a:lvl1pPr>
              <a:defRPr>
                <a:solidFill>
                  <a:schemeClr val="bg2"/>
                </a:solidFill>
              </a:defRPr>
            </a:lvl1pPr>
          </a:lstStyle>
          <a:p>
            <a:r>
              <a:rPr lang="nl-NL" dirty="0"/>
              <a:t>Klik om titel toe </a:t>
            </a:r>
            <a:r>
              <a:rPr lang="nl-NL"/>
              <a:t>te voegen</a:t>
            </a:r>
            <a:endParaRPr lang="nl-NL" dirty="0"/>
          </a:p>
        </p:txBody>
      </p:sp>
      <p:sp>
        <p:nvSpPr>
          <p:cNvPr id="6" name="Footer Placeholder 5">
            <a:extLst>
              <a:ext uri="{FF2B5EF4-FFF2-40B4-BE49-F238E27FC236}">
                <a16:creationId xmlns:a16="http://schemas.microsoft.com/office/drawing/2014/main" id="{BCFA0953-CC8E-69D0-A82A-0F0F688129BE}"/>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7" name="Slide Number Placeholder 6">
            <a:extLst>
              <a:ext uri="{FF2B5EF4-FFF2-40B4-BE49-F238E27FC236}">
                <a16:creationId xmlns:a16="http://schemas.microsoft.com/office/drawing/2014/main" id="{7F2132D5-5186-04AF-22B7-C3D719B1D91C}"/>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5" name="Copyright">
            <a:extLst>
              <a:ext uri="{FF2B5EF4-FFF2-40B4-BE49-F238E27FC236}">
                <a16:creationId xmlns:a16="http://schemas.microsoft.com/office/drawing/2014/main" id="{F92ABBA5-F11A-A20B-F506-13C76134F409}"/>
              </a:ext>
            </a:extLst>
          </p:cNvPr>
          <p:cNvSpPr txBox="1">
            <a:spLocks/>
          </p:cNvSpPr>
          <p:nvPr userDrawn="1">
            <p:custDataLst>
              <p:custData r:id="rId5"/>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8" name="Footer Rule">
            <a:extLst>
              <a:ext uri="{FF2B5EF4-FFF2-40B4-BE49-F238E27FC236}">
                <a16:creationId xmlns:a16="http://schemas.microsoft.com/office/drawing/2014/main" id="{8AAEC330-021D-EEB3-48F8-5219C0ABDC25}"/>
              </a:ext>
            </a:extLst>
          </p:cNvPr>
          <p:cNvSpPr/>
          <p:nvPr userDrawn="1">
            <p:custDataLst>
              <p:custData r:id="rId6"/>
            </p:custDataLst>
          </p:nvPr>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0" name="ContentLogo_WHITE" descr="The Mercer company logo.">
            <a:extLst>
              <a:ext uri="{FF2B5EF4-FFF2-40B4-BE49-F238E27FC236}">
                <a16:creationId xmlns:a16="http://schemas.microsoft.com/office/drawing/2014/main" id="{8857F12B-555C-A3FE-C77A-D1AFDD7A9072}"/>
              </a:ext>
            </a:extLst>
          </p:cNvPr>
          <p:cNvPicPr>
            <a:picLocks noChangeAspect="1"/>
          </p:cNvPicPr>
          <p:nvPr userDrawn="1"/>
        </p:nvPicPr>
        <p:blipFill>
          <a:blip r:embed="rId8"/>
          <a:stretch>
            <a:fillRect/>
          </a:stretch>
        </p:blipFill>
        <p:spPr bwMode="invGray">
          <a:xfrm>
            <a:off x="457200" y="6537960"/>
            <a:ext cx="752858" cy="164592"/>
          </a:xfrm>
          <a:prstGeom prst="rect">
            <a:avLst/>
          </a:prstGeom>
        </p:spPr>
      </p:pic>
      <p:pic>
        <p:nvPicPr>
          <p:cNvPr id="12" name="ContentLogo_COLOUR" descr="The Mercer company logo." hidden="1">
            <a:extLst>
              <a:ext uri="{FF2B5EF4-FFF2-40B4-BE49-F238E27FC236}">
                <a16:creationId xmlns:a16="http://schemas.microsoft.com/office/drawing/2014/main" id="{9166DBF4-0154-109A-F409-E37E43A57135}"/>
              </a:ext>
            </a:extLst>
          </p:cNvPr>
          <p:cNvPicPr>
            <a:picLocks noChangeAspect="1"/>
          </p:cNvPicPr>
          <p:nvPr userDrawn="1"/>
        </p:nvPicPr>
        <p:blipFill>
          <a:blip r:embed="rId9"/>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3560971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 Sky blue" type="obj" preserve="1">
  <p:cSld name="Title and Content - Sky blue">
    <p:bg>
      <p:bgPr>
        <a:solidFill>
          <a:schemeClr val="bg2"/>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custDataLst>
              <p:custData r:id="rId1"/>
            </p:custDataLst>
          </p:nvPr>
        </p:nvSpPr>
        <p:spPr>
          <a:xfrm>
            <a:off x="464400" y="1411200"/>
            <a:ext cx="11271600" cy="4878000"/>
          </a:xfrm>
        </p:spPr>
        <p:txBody>
          <a:bodyPr/>
          <a:lstStyle>
            <a:lvl1pPr>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2" name="Text Placeholder 6">
            <a:extLst>
              <a:ext uri="{FF2B5EF4-FFF2-40B4-BE49-F238E27FC236}">
                <a16:creationId xmlns:a16="http://schemas.microsoft.com/office/drawing/2014/main" id="{1DBFA167-EBBB-980F-D592-144B4E0B90D0}"/>
              </a:ext>
            </a:extLst>
          </p:cNvPr>
          <p:cNvSpPr>
            <a:spLocks noGrp="1"/>
          </p:cNvSpPr>
          <p:nvPr>
            <p:ph type="body" sz="quarter" idx="12" hasCustomPrompt="1"/>
            <p:custDataLst>
              <p:custData r:id="rId2"/>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4" name="Title 3">
            <a:extLst>
              <a:ext uri="{FF2B5EF4-FFF2-40B4-BE49-F238E27FC236}">
                <a16:creationId xmlns:a16="http://schemas.microsoft.com/office/drawing/2014/main" id="{E3687A39-A1EB-59AA-2F79-DB2DEA0CF268}"/>
              </a:ext>
            </a:extLst>
          </p:cNvPr>
          <p:cNvSpPr>
            <a:spLocks noGrp="1"/>
          </p:cNvSpPr>
          <p:nvPr>
            <p:ph type="title" hasCustomPrompt="1"/>
            <p:custDataLst>
              <p:custData r:id="rId3"/>
            </p:custDataLst>
          </p:nvPr>
        </p:nvSpPr>
        <p:spPr/>
        <p:txBody>
          <a:bodyPr/>
          <a:lstStyle>
            <a:lvl1pPr>
              <a:defRPr/>
            </a:lvl1pPr>
          </a:lstStyle>
          <a:p>
            <a:r>
              <a:rPr lang="nl-NL" dirty="0"/>
              <a:t>Klik om titel toe </a:t>
            </a:r>
            <a:r>
              <a:rPr lang="nl-NL"/>
              <a:t>te voegen</a:t>
            </a:r>
            <a:endParaRPr lang="nl-NL" dirty="0"/>
          </a:p>
        </p:txBody>
      </p:sp>
      <p:sp>
        <p:nvSpPr>
          <p:cNvPr id="6" name="Footer Placeholder 5">
            <a:extLst>
              <a:ext uri="{FF2B5EF4-FFF2-40B4-BE49-F238E27FC236}">
                <a16:creationId xmlns:a16="http://schemas.microsoft.com/office/drawing/2014/main" id="{BCFA0953-CC8E-69D0-A82A-0F0F688129BE}"/>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7F2132D5-5186-04AF-22B7-C3D719B1D91C}"/>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1952908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1"/>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2"/>
            </p:custDataLst>
          </p:nvPr>
        </p:nvSpPr>
        <p:spPr/>
        <p:txBody>
          <a:bodyPr/>
          <a:lstStyle>
            <a:lvl1pPr>
              <a:defRPr/>
            </a:lvl1pPr>
          </a:lstStyle>
          <a:p>
            <a:r>
              <a:rPr lang="nl-NL" dirty="0"/>
              <a:t>Klik om titel toe </a:t>
            </a:r>
            <a:r>
              <a:rPr lang="nl-NL"/>
              <a:t>te voegen</a:t>
            </a:r>
            <a:endParaRPr lang="nl-NL" dirty="0"/>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p>
            <a:endParaRPr lang="nl-NL"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1934686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 Midnight blue" type="titleOnly" preserve="1">
  <p:cSld name="Title Only - Midnight blue">
    <p:bg>
      <p:bgPr>
        <a:solidFill>
          <a:schemeClr val="tx1"/>
        </a:solidFill>
        <a:effectLst/>
      </p:bgPr>
    </p:bg>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2"/>
            </p:custDataLst>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3"/>
            </p:custDataLst>
          </p:nvPr>
        </p:nvSpPr>
        <p:spPr/>
        <p:txBody>
          <a:bodyPr/>
          <a:lstStyle>
            <a:lvl1pPr>
              <a:defRPr>
                <a:solidFill>
                  <a:schemeClr val="bg2"/>
                </a:solidFill>
              </a:defRPr>
            </a:lvl1pPr>
          </a:lstStyle>
          <a:p>
            <a:r>
              <a:rPr lang="nl-NL" dirty="0"/>
              <a:t>Klik om titel toe </a:t>
            </a:r>
            <a:r>
              <a:rPr lang="nl-NL"/>
              <a:t>te voegen</a:t>
            </a:r>
            <a:endParaRPr lang="nl-NL" dirty="0"/>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2" name="Copyright">
            <a:extLst>
              <a:ext uri="{FF2B5EF4-FFF2-40B4-BE49-F238E27FC236}">
                <a16:creationId xmlns:a16="http://schemas.microsoft.com/office/drawing/2014/main" id="{EB3AF6A9-7E05-E41F-9713-EF092F1E159E}"/>
              </a:ext>
            </a:extLst>
          </p:cNvPr>
          <p:cNvSpPr txBox="1">
            <a:spLocks/>
          </p:cNvSpPr>
          <p:nvPr userDrawn="1">
            <p:custDataLst>
              <p:custData r:id="rId4"/>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7" name="Footer Rule">
            <a:extLst>
              <a:ext uri="{FF2B5EF4-FFF2-40B4-BE49-F238E27FC236}">
                <a16:creationId xmlns:a16="http://schemas.microsoft.com/office/drawing/2014/main" id="{D7C012F9-D6BF-67D1-2BE2-0ED569CBE144}"/>
              </a:ext>
            </a:extLst>
          </p:cNvPr>
          <p:cNvSpPr/>
          <p:nvPr userDrawn="1">
            <p:custDataLst>
              <p:custData r:id="rId5"/>
            </p:custDataLst>
          </p:nvPr>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9" name="ContentLogo_WHITE" descr="The Mercer company logo.">
            <a:extLst>
              <a:ext uri="{FF2B5EF4-FFF2-40B4-BE49-F238E27FC236}">
                <a16:creationId xmlns:a16="http://schemas.microsoft.com/office/drawing/2014/main" id="{AC021FA7-FFED-B452-1518-D084FC1F4CAF}"/>
              </a:ext>
            </a:extLst>
          </p:cNvPr>
          <p:cNvPicPr>
            <a:picLocks noChangeAspect="1"/>
          </p:cNvPicPr>
          <p:nvPr userDrawn="1"/>
        </p:nvPicPr>
        <p:blipFill>
          <a:blip r:embed="rId7"/>
          <a:stretch>
            <a:fillRect/>
          </a:stretch>
        </p:blipFill>
        <p:spPr bwMode="invGray">
          <a:xfrm>
            <a:off x="457200" y="6537960"/>
            <a:ext cx="752858" cy="164592"/>
          </a:xfrm>
          <a:prstGeom prst="rect">
            <a:avLst/>
          </a:prstGeom>
        </p:spPr>
      </p:pic>
      <p:pic>
        <p:nvPicPr>
          <p:cNvPr id="11" name="ContentLogo_COLOUR" descr="The Mercer company logo." hidden="1">
            <a:extLst>
              <a:ext uri="{FF2B5EF4-FFF2-40B4-BE49-F238E27FC236}">
                <a16:creationId xmlns:a16="http://schemas.microsoft.com/office/drawing/2014/main" id="{4D9E9AED-5EC9-328E-62AE-2F0B17583414}"/>
              </a:ext>
            </a:extLst>
          </p:cNvPr>
          <p:cNvPicPr>
            <a:picLocks noChangeAspect="1"/>
          </p:cNvPicPr>
          <p:nvPr userDrawn="1"/>
        </p:nvPicPr>
        <p:blipFill>
          <a:blip r:embed="rId8"/>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1591545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 Sky blue" type="titleOnly" preserve="1">
  <p:cSld name="Title Only - Sky blue">
    <p:bg>
      <p:bgPr>
        <a:solidFill>
          <a:schemeClr val="bg2"/>
        </a:solidFill>
        <a:effectLst/>
      </p:bgPr>
    </p:bg>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custDataLst>
              <p:custData r:id="rId1"/>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custDataLst>
              <p:custData r:id="rId2"/>
            </p:custDataLst>
          </p:nvPr>
        </p:nvSpPr>
        <p:spPr/>
        <p:txBody>
          <a:bodyPr/>
          <a:lstStyle>
            <a:lvl1pPr>
              <a:defRPr/>
            </a:lvl1pPr>
          </a:lstStyle>
          <a:p>
            <a:r>
              <a:rPr lang="nl-NL" dirty="0"/>
              <a:t>Klik om titel toe </a:t>
            </a:r>
            <a:r>
              <a:rPr lang="nl-NL"/>
              <a:t>te voegen</a:t>
            </a:r>
            <a:endParaRPr lang="nl-NL" dirty="0"/>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p>
            <a:endParaRPr lang="nl-NL"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1529186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reserve="1">
  <p:cSld name="Blank">
    <p:spTree>
      <p:nvGrpSpPr>
        <p:cNvPr id="1" name=""/>
        <p:cNvGrpSpPr/>
        <p:nvPr/>
      </p:nvGrpSpPr>
      <p:grpSpPr>
        <a:xfrm>
          <a:off x="0" y="0"/>
          <a:ext cx="0" cy="0"/>
          <a:chOff x="0" y="0"/>
          <a:chExt cx="0" cy="0"/>
        </a:xfrm>
      </p:grpSpPr>
    </p:spTree>
    <p:custDataLst>
      <p:custData r:id="rId1"/>
    </p:custDataLst>
    <p:extLst>
      <p:ext uri="{BB962C8B-B14F-4D97-AF65-F5344CB8AC3E}">
        <p14:creationId xmlns:p14="http://schemas.microsoft.com/office/powerpoint/2010/main" val="751342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Blank - Midnight blue" type="blank" preserve="1">
  <p:cSld name="Blank - Midnight blue">
    <p:bg>
      <p:bgPr>
        <a:solidFill>
          <a:schemeClr val="tx1"/>
        </a:solidFill>
        <a:effectLst/>
      </p:bgPr>
    </p:bg>
    <p:spTree>
      <p:nvGrpSpPr>
        <p:cNvPr id="1" name=""/>
        <p:cNvGrpSpPr/>
        <p:nvPr/>
      </p:nvGrpSpPr>
      <p:grpSpPr>
        <a:xfrm>
          <a:off x="0" y="0"/>
          <a:ext cx="0" cy="0"/>
          <a:chOff x="0" y="0"/>
          <a:chExt cx="0" cy="0"/>
        </a:xfrm>
      </p:grpSpPr>
    </p:spTree>
    <p:custDataLst>
      <p:custData r:id="rId1"/>
    </p:custDataLst>
    <p:extLst>
      <p:ext uri="{BB962C8B-B14F-4D97-AF65-F5344CB8AC3E}">
        <p14:creationId xmlns:p14="http://schemas.microsoft.com/office/powerpoint/2010/main" val="2519301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Blank - Sky blue" type="blank" preserve="1">
  <p:cSld name="Blank - Sky blue">
    <p:bg>
      <p:bgPr>
        <a:solidFill>
          <a:schemeClr val="bg2"/>
        </a:solidFill>
        <a:effectLst/>
      </p:bgPr>
    </p:bg>
    <p:spTree>
      <p:nvGrpSpPr>
        <p:cNvPr id="1" name=""/>
        <p:cNvGrpSpPr/>
        <p:nvPr/>
      </p:nvGrpSpPr>
      <p:grpSpPr>
        <a:xfrm>
          <a:off x="0" y="0"/>
          <a:ext cx="0" cy="0"/>
          <a:chOff x="0" y="0"/>
          <a:chExt cx="0" cy="0"/>
        </a:xfrm>
      </p:grpSpPr>
    </p:spTree>
    <p:custDataLst>
      <p:custData r:id="rId1"/>
    </p:custDataLst>
    <p:extLst>
      <p:ext uri="{BB962C8B-B14F-4D97-AF65-F5344CB8AC3E}">
        <p14:creationId xmlns:p14="http://schemas.microsoft.com/office/powerpoint/2010/main" val="2682690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custDataLst>
              <p:custData r:id="rId1"/>
            </p:custDataLst>
          </p:nvPr>
        </p:nvSpPr>
        <p:spPr>
          <a:xfrm>
            <a:off x="4572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custDataLst>
              <p:custData r:id="rId2"/>
            </p:custDataLst>
          </p:nvPr>
        </p:nvSpPr>
        <p:spPr>
          <a:xfrm>
            <a:off x="62100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custDataLst>
              <p:custData r:id="rId3"/>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2370606265"/>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 Midnight blue" type="twoObj" preserve="1">
  <p:cSld name="Two Content - Midnight blue">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hasCustomPrompt="1"/>
            <p:custDataLst>
              <p:custData r:id="rId2"/>
            </p:custDataLst>
          </p:nvPr>
        </p:nvSpPr>
        <p:spPr>
          <a:xfrm>
            <a:off x="457200" y="1411200"/>
            <a:ext cx="5526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custDataLst>
              <p:custData r:id="rId3"/>
            </p:custDataLst>
          </p:nvPr>
        </p:nvSpPr>
        <p:spPr>
          <a:xfrm>
            <a:off x="6210000" y="1411200"/>
            <a:ext cx="5526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custDataLst>
              <p:custData r:id="rId4"/>
            </p:custDataLst>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custDataLst>
              <p:custData r:id="rId5"/>
            </p:custDataLst>
          </p:nvPr>
        </p:nvSpPr>
        <p:spPr/>
        <p:txBody>
          <a:bodyPr/>
          <a:lstStyle>
            <a:lvl1pPr>
              <a:defRPr>
                <a:solidFill>
                  <a:schemeClr val="bg2"/>
                </a:solidFill>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2" name="Copyright">
            <a:extLst>
              <a:ext uri="{FF2B5EF4-FFF2-40B4-BE49-F238E27FC236}">
                <a16:creationId xmlns:a16="http://schemas.microsoft.com/office/drawing/2014/main" id="{5A26B873-B176-EBA2-3B08-D4CF08952F52}"/>
              </a:ext>
            </a:extLst>
          </p:cNvPr>
          <p:cNvSpPr txBox="1">
            <a:spLocks/>
          </p:cNvSpPr>
          <p:nvPr userDrawn="1">
            <p:custDataLst>
              <p:custData r:id="rId6"/>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8" name="Footer Rule">
            <a:extLst>
              <a:ext uri="{FF2B5EF4-FFF2-40B4-BE49-F238E27FC236}">
                <a16:creationId xmlns:a16="http://schemas.microsoft.com/office/drawing/2014/main" id="{EA510DDC-6C5D-B1CF-C305-B77AF0810FDD}"/>
              </a:ext>
            </a:extLst>
          </p:cNvPr>
          <p:cNvSpPr/>
          <p:nvPr userDrawn="1">
            <p:custDataLst>
              <p:custData r:id="rId7"/>
            </p:custDataLst>
          </p:nvPr>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1" name="ContentLogo_WHITE" descr="The Mercer company logo.">
            <a:extLst>
              <a:ext uri="{FF2B5EF4-FFF2-40B4-BE49-F238E27FC236}">
                <a16:creationId xmlns:a16="http://schemas.microsoft.com/office/drawing/2014/main" id="{D6F84018-1E03-C4BF-337C-9FF8112F21CD}"/>
              </a:ext>
            </a:extLst>
          </p:cNvPr>
          <p:cNvPicPr>
            <a:picLocks noChangeAspect="1"/>
          </p:cNvPicPr>
          <p:nvPr userDrawn="1"/>
        </p:nvPicPr>
        <p:blipFill>
          <a:blip r:embed="rId9"/>
          <a:stretch>
            <a:fillRect/>
          </a:stretch>
        </p:blipFill>
        <p:spPr bwMode="invGray">
          <a:xfrm>
            <a:off x="457200" y="6537960"/>
            <a:ext cx="752858" cy="164592"/>
          </a:xfrm>
          <a:prstGeom prst="rect">
            <a:avLst/>
          </a:prstGeom>
        </p:spPr>
      </p:pic>
      <p:pic>
        <p:nvPicPr>
          <p:cNvPr id="13" name="ContentLogo_COLOUR" descr="The Mercer company logo." hidden="1">
            <a:extLst>
              <a:ext uri="{FF2B5EF4-FFF2-40B4-BE49-F238E27FC236}">
                <a16:creationId xmlns:a16="http://schemas.microsoft.com/office/drawing/2014/main" id="{8EDEDF10-A1D4-47D5-D09F-71AC8A39AD16}"/>
              </a:ext>
            </a:extLst>
          </p:cNvPr>
          <p:cNvPicPr>
            <a:picLocks noChangeAspect="1"/>
          </p:cNvPicPr>
          <p:nvPr userDrawn="1"/>
        </p:nvPicPr>
        <p:blipFill>
          <a:blip r:embed="rId10"/>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2758047040"/>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 Sky blue" type="twoObj" preserve="1">
  <p:cSld name="Two Content - Sky blue">
    <p:bg>
      <p:bgPr>
        <a:solidFill>
          <a:schemeClr val="bg2"/>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hasCustomPrompt="1"/>
            <p:custDataLst>
              <p:custData r:id="rId1"/>
            </p:custDataLst>
          </p:nvPr>
        </p:nvSpPr>
        <p:spPr>
          <a:xfrm>
            <a:off x="4572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custDataLst>
              <p:custData r:id="rId2"/>
            </p:custDataLst>
          </p:nvPr>
        </p:nvSpPr>
        <p:spPr>
          <a:xfrm>
            <a:off x="62100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custDataLst>
              <p:custData r:id="rId3"/>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75686335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alf white half sky blue" type="twoObj" preserve="1">
  <p:cSld name="Half white half sky blue">
    <p:spTree>
      <p:nvGrpSpPr>
        <p:cNvPr id="1" name=""/>
        <p:cNvGrpSpPr/>
        <p:nvPr/>
      </p:nvGrpSpPr>
      <p:grpSpPr>
        <a:xfrm>
          <a:off x="0" y="0"/>
          <a:ext cx="0" cy="0"/>
          <a:chOff x="0" y="0"/>
          <a:chExt cx="0" cy="0"/>
        </a:xfrm>
      </p:grpSpPr>
      <p:sp>
        <p:nvSpPr>
          <p:cNvPr id="2" name="Half Panel Right">
            <a:extLst>
              <a:ext uri="{FF2B5EF4-FFF2-40B4-BE49-F238E27FC236}">
                <a16:creationId xmlns:a16="http://schemas.microsoft.com/office/drawing/2014/main" id="{806BF971-81CE-83F3-55E6-3A94C1B67D51}"/>
              </a:ext>
            </a:extLst>
          </p:cNvPr>
          <p:cNvSpPr>
            <a:spLocks noGrp="1" noRot="1" noMove="1" noResize="1" noEditPoints="1" noAdjustHandles="1" noChangeArrowheads="1" noChangeShapeType="1"/>
          </p:cNvSpPr>
          <p:nvPr userDrawn="1"/>
        </p:nvSpPr>
        <p:spPr>
          <a:xfrm>
            <a:off x="6096000" y="0"/>
            <a:ext cx="609600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3" name="Content Placeholder 2"/>
          <p:cNvSpPr>
            <a:spLocks noGrp="1"/>
          </p:cNvSpPr>
          <p:nvPr>
            <p:ph sz="half" idx="1" hasCustomPrompt="1"/>
            <p:custDataLst>
              <p:custData r:id="rId2"/>
            </p:custDataLst>
          </p:nvPr>
        </p:nvSpPr>
        <p:spPr>
          <a:xfrm>
            <a:off x="4572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custDataLst>
              <p:custData r:id="rId3"/>
            </p:custDataLst>
          </p:nvPr>
        </p:nvSpPr>
        <p:spPr>
          <a:xfrm>
            <a:off x="62100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custDataLst>
              <p:custData r:id="rId4"/>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nl-NL" smtClean="0"/>
              <a:pPr/>
              <a:t>‹#›</a:t>
            </a:fld>
            <a:endParaRPr lang="nl-NL" dirty="0"/>
          </a:p>
        </p:txBody>
      </p:sp>
      <p:sp>
        <p:nvSpPr>
          <p:cNvPr id="8" name="Copyright">
            <a:extLst>
              <a:ext uri="{FF2B5EF4-FFF2-40B4-BE49-F238E27FC236}">
                <a16:creationId xmlns:a16="http://schemas.microsoft.com/office/drawing/2014/main" id="{12749373-D753-88A0-4209-B44FACDFB080}"/>
              </a:ext>
            </a:extLst>
          </p:cNvPr>
          <p:cNvSpPr txBox="1">
            <a:spLocks/>
          </p:cNvSpPr>
          <p:nvPr userDrawn="1">
            <p:custDataLst>
              <p:custData r:id="rId5"/>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dk1"/>
                </a:solidFill>
              </a:rPr>
              <a:t>© 2026 Marsh. Alle rechten </a:t>
            </a:r>
            <a:r>
              <a:rPr lang="nl-NL" sz="700">
                <a:solidFill>
                  <a:schemeClr val="dk1"/>
                </a:solidFill>
              </a:rPr>
              <a:t>voorbehouden.</a:t>
            </a:r>
            <a:endParaRPr lang="nl-NL" sz="700" dirty="0">
              <a:solidFill>
                <a:schemeClr val="dk1"/>
              </a:solidFill>
            </a:endParaRPr>
          </a:p>
        </p:txBody>
      </p:sp>
      <p:sp>
        <p:nvSpPr>
          <p:cNvPr id="9" name="Footer Rule">
            <a:extLst>
              <a:ext uri="{FF2B5EF4-FFF2-40B4-BE49-F238E27FC236}">
                <a16:creationId xmlns:a16="http://schemas.microsoft.com/office/drawing/2014/main" id="{CEE3B79B-B0E9-6A46-3918-74EE430B4A64}"/>
              </a:ext>
            </a:extLst>
          </p:cNvPr>
          <p:cNvSpPr/>
          <p:nvPr userDrawn="1">
            <p:custDataLst>
              <p:custData r:id="rId6"/>
            </p:custDataLst>
          </p:nvPr>
        </p:nvSpPr>
        <p:spPr>
          <a:xfrm>
            <a:off x="457200" y="6400800"/>
            <a:ext cx="11278800" cy="0"/>
          </a:xfrm>
          <a:prstGeom prst="line">
            <a:avLst/>
          </a:prstGeom>
          <a:noFill/>
          <a:ln w="6350">
            <a:solidFill>
              <a:schemeClr val="tx1"/>
            </a:solidFill>
            <a:prstDash val="solid"/>
            <a:headEnd type="none"/>
            <a:tailEnd type="none"/>
          </a:ln>
        </p:spPr>
        <p:txBody>
          <a:bodyPr lIns="0" tIns="0" rIns="0" bIns="0"/>
          <a:lstStyle/>
          <a:p>
            <a:endParaRPr lang="nl-NL" sz="700" dirty="0">
              <a:solidFill>
                <a:schemeClr val="tx1"/>
              </a:solidFill>
            </a:endParaRPr>
          </a:p>
        </p:txBody>
      </p:sp>
    </p:spTree>
    <p:custDataLst>
      <p:custData r:id="rId1"/>
    </p:custDataLst>
    <p:extLst>
      <p:ext uri="{BB962C8B-B14F-4D97-AF65-F5344CB8AC3E}">
        <p14:creationId xmlns:p14="http://schemas.microsoft.com/office/powerpoint/2010/main" val="356697656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alf midnight blue half white" type="twoObj" preserve="1">
  <p:cSld name="Half midnight blue half white">
    <p:spTree>
      <p:nvGrpSpPr>
        <p:cNvPr id="1" name=""/>
        <p:cNvGrpSpPr/>
        <p:nvPr/>
      </p:nvGrpSpPr>
      <p:grpSpPr>
        <a:xfrm>
          <a:off x="0" y="0"/>
          <a:ext cx="0" cy="0"/>
          <a:chOff x="0" y="0"/>
          <a:chExt cx="0" cy="0"/>
        </a:xfrm>
      </p:grpSpPr>
      <p:sp>
        <p:nvSpPr>
          <p:cNvPr id="2" name="Half Panel Left">
            <a:extLst>
              <a:ext uri="{FF2B5EF4-FFF2-40B4-BE49-F238E27FC236}">
                <a16:creationId xmlns:a16="http://schemas.microsoft.com/office/drawing/2014/main" id="{806BF971-81CE-83F3-55E6-3A94C1B67D51}"/>
              </a:ext>
            </a:extLst>
          </p:cNvPr>
          <p:cNvSpPr>
            <a:spLocks noGrp="1" noRot="1" noMove="1" noResize="1" noEditPoints="1" noAdjustHandles="1" noChangeArrowheads="1" noChangeShapeType="1"/>
          </p:cNvSpPr>
          <p:nvPr userDrawn="1"/>
        </p:nvSpPr>
        <p:spPr>
          <a:xfrm>
            <a:off x="0" y="0"/>
            <a:ext cx="6096000" cy="685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3" name="Content Placeholder 2"/>
          <p:cNvSpPr>
            <a:spLocks noGrp="1"/>
          </p:cNvSpPr>
          <p:nvPr>
            <p:ph sz="half" idx="1" hasCustomPrompt="1"/>
            <p:custDataLst>
              <p:custData r:id="rId2"/>
            </p:custDataLst>
          </p:nvPr>
        </p:nvSpPr>
        <p:spPr>
          <a:xfrm>
            <a:off x="457200" y="1411200"/>
            <a:ext cx="5526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custDataLst>
              <p:custData r:id="rId3"/>
            </p:custDataLst>
          </p:nvPr>
        </p:nvSpPr>
        <p:spPr>
          <a:xfrm>
            <a:off x="62100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custDataLst>
              <p:custData r:id="rId4"/>
            </p:custDataLst>
          </p:nvPr>
        </p:nvSpPr>
        <p:spPr>
          <a:xfrm>
            <a:off x="457200" y="975600"/>
            <a:ext cx="55245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a:xfrm>
            <a:off x="457200" y="381600"/>
            <a:ext cx="5524500" cy="462985"/>
          </a:xfrm>
        </p:spPr>
        <p:txBody>
          <a:bodyPr/>
          <a:lstStyle>
            <a:lvl1pPr>
              <a:defRPr>
                <a:solidFill>
                  <a:schemeClr val="bg2"/>
                </a:solidFill>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nl-NL" smtClean="0"/>
              <a:pPr/>
              <a:t>‹#›</a:t>
            </a:fld>
            <a:endParaRPr lang="nl-NL" dirty="0"/>
          </a:p>
        </p:txBody>
      </p:sp>
      <p:sp>
        <p:nvSpPr>
          <p:cNvPr id="8" name="Footer Rule">
            <a:extLst>
              <a:ext uri="{FF2B5EF4-FFF2-40B4-BE49-F238E27FC236}">
                <a16:creationId xmlns:a16="http://schemas.microsoft.com/office/drawing/2014/main" id="{6C371CB0-9A86-D929-4A15-390C09B03A3B}"/>
              </a:ext>
            </a:extLst>
          </p:cNvPr>
          <p:cNvSpPr/>
          <p:nvPr userDrawn="1">
            <p:custDataLst>
              <p:custData r:id="rId5"/>
            </p:custDataLst>
          </p:nvPr>
        </p:nvSpPr>
        <p:spPr>
          <a:xfrm>
            <a:off x="457200" y="6400800"/>
            <a:ext cx="563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1" name="ContentLogo_WHITE" descr="The Mercer company logo.">
            <a:extLst>
              <a:ext uri="{FF2B5EF4-FFF2-40B4-BE49-F238E27FC236}">
                <a16:creationId xmlns:a16="http://schemas.microsoft.com/office/drawing/2014/main" id="{7A6668A4-2BED-88C2-ABEA-323280818EF1}"/>
              </a:ext>
            </a:extLst>
          </p:cNvPr>
          <p:cNvPicPr>
            <a:picLocks noChangeAspect="1"/>
          </p:cNvPicPr>
          <p:nvPr userDrawn="1"/>
        </p:nvPicPr>
        <p:blipFill>
          <a:blip r:embed="rId7"/>
          <a:stretch>
            <a:fillRect/>
          </a:stretch>
        </p:blipFill>
        <p:spPr bwMode="invGray">
          <a:xfrm>
            <a:off x="457200" y="6537960"/>
            <a:ext cx="752858" cy="164592"/>
          </a:xfrm>
          <a:prstGeom prst="rect">
            <a:avLst/>
          </a:prstGeom>
        </p:spPr>
      </p:pic>
      <p:pic>
        <p:nvPicPr>
          <p:cNvPr id="13" name="ContentLogo_COLOUR" descr="The Mercer company logo." hidden="1">
            <a:extLst>
              <a:ext uri="{FF2B5EF4-FFF2-40B4-BE49-F238E27FC236}">
                <a16:creationId xmlns:a16="http://schemas.microsoft.com/office/drawing/2014/main" id="{B4276C48-AE70-794D-B7B6-EA740B60A1C5}"/>
              </a:ext>
            </a:extLst>
          </p:cNvPr>
          <p:cNvPicPr>
            <a:picLocks noChangeAspect="1"/>
          </p:cNvPicPr>
          <p:nvPr userDrawn="1"/>
        </p:nvPicPr>
        <p:blipFill>
          <a:blip r:embed="rId8"/>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2186211512"/>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alf white half midnight blue" type="twoObj" preserve="1">
  <p:cSld name="Half white half midnight blue">
    <p:spTree>
      <p:nvGrpSpPr>
        <p:cNvPr id="1" name=""/>
        <p:cNvGrpSpPr/>
        <p:nvPr/>
      </p:nvGrpSpPr>
      <p:grpSpPr>
        <a:xfrm>
          <a:off x="0" y="0"/>
          <a:ext cx="0" cy="0"/>
          <a:chOff x="0" y="0"/>
          <a:chExt cx="0" cy="0"/>
        </a:xfrm>
      </p:grpSpPr>
      <p:sp>
        <p:nvSpPr>
          <p:cNvPr id="2" name="Half Panel Left">
            <a:extLst>
              <a:ext uri="{FF2B5EF4-FFF2-40B4-BE49-F238E27FC236}">
                <a16:creationId xmlns:a16="http://schemas.microsoft.com/office/drawing/2014/main" id="{7EBDE3DA-09E2-FAB8-0784-6703592D9031}"/>
              </a:ext>
            </a:extLst>
          </p:cNvPr>
          <p:cNvSpPr>
            <a:spLocks noGrp="1" noRot="1" noMove="1" noResize="1" noEditPoints="1" noAdjustHandles="1" noChangeArrowheads="1" noChangeShapeType="1"/>
          </p:cNvSpPr>
          <p:nvPr userDrawn="1"/>
        </p:nvSpPr>
        <p:spPr>
          <a:xfrm>
            <a:off x="6096000" y="0"/>
            <a:ext cx="6096000" cy="685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3" name="Content Placeholder 2"/>
          <p:cNvSpPr>
            <a:spLocks noGrp="1"/>
          </p:cNvSpPr>
          <p:nvPr>
            <p:ph sz="half" idx="1" hasCustomPrompt="1"/>
            <p:custDataLst>
              <p:custData r:id="rId2"/>
            </p:custDataLst>
          </p:nvPr>
        </p:nvSpPr>
        <p:spPr>
          <a:xfrm>
            <a:off x="4572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custDataLst>
              <p:custData r:id="rId3"/>
            </p:custDataLst>
          </p:nvPr>
        </p:nvSpPr>
        <p:spPr>
          <a:xfrm>
            <a:off x="6210000" y="1411200"/>
            <a:ext cx="5526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custDataLst>
              <p:custData r:id="rId4"/>
            </p:custDataLst>
          </p:nvPr>
        </p:nvSpPr>
        <p:spPr>
          <a:xfrm>
            <a:off x="457200" y="975600"/>
            <a:ext cx="55245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a:xfrm>
            <a:off x="457200" y="381600"/>
            <a:ext cx="5524500" cy="462985"/>
          </a:xfrm>
        </p:spPr>
        <p:txBody>
          <a:bodyPr/>
          <a:lstStyle>
            <a:lvl1pPr>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9" name="Footer Rule">
            <a:extLst>
              <a:ext uri="{FF2B5EF4-FFF2-40B4-BE49-F238E27FC236}">
                <a16:creationId xmlns:a16="http://schemas.microsoft.com/office/drawing/2014/main" id="{B4FB90B0-D54D-ECC6-07F8-6AFA1DCA67A6}"/>
              </a:ext>
            </a:extLst>
          </p:cNvPr>
          <p:cNvSpPr/>
          <p:nvPr userDrawn="1">
            <p:custDataLst>
              <p:custData r:id="rId5"/>
            </p:custDataLst>
          </p:nvPr>
        </p:nvSpPr>
        <p:spPr>
          <a:xfrm>
            <a:off x="6096000" y="6400800"/>
            <a:ext cx="56400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sp>
        <p:nvSpPr>
          <p:cNvPr id="8" name="Copyright">
            <a:extLst>
              <a:ext uri="{FF2B5EF4-FFF2-40B4-BE49-F238E27FC236}">
                <a16:creationId xmlns:a16="http://schemas.microsoft.com/office/drawing/2014/main" id="{8E8ED4CD-9A16-8971-2AB2-3BC16FB7700C}"/>
              </a:ext>
            </a:extLst>
          </p:cNvPr>
          <p:cNvSpPr txBox="1">
            <a:spLocks/>
          </p:cNvSpPr>
          <p:nvPr userDrawn="1">
            <p:custDataLst>
              <p:custData r:id="rId6"/>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Tree>
    <p:custDataLst>
      <p:custData r:id="rId1"/>
    </p:custDataLst>
    <p:extLst>
      <p:ext uri="{BB962C8B-B14F-4D97-AF65-F5344CB8AC3E}">
        <p14:creationId xmlns:p14="http://schemas.microsoft.com/office/powerpoint/2010/main" val="14735112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2 Content and Content" type="twoObjAndObj" preserve="1">
  <p:cSld name="Title, 2 Content and Content">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1"/>
            </p:custDataLst>
          </p:nvPr>
        </p:nvSpPr>
        <p:spPr>
          <a:xfrm>
            <a:off x="4572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custDataLst>
              <p:custData r:id="rId2"/>
            </p:custDataLst>
          </p:nvPr>
        </p:nvSpPr>
        <p:spPr>
          <a:xfrm>
            <a:off x="42984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custDataLst>
              <p:custData r:id="rId3"/>
            </p:custDataLst>
          </p:nvPr>
        </p:nvSpPr>
        <p:spPr>
          <a:xfrm>
            <a:off x="8132400" y="1411200"/>
            <a:ext cx="3600000" cy="4878000"/>
          </a:xfrm>
        </p:spPr>
        <p:txBody>
          <a:bodyPr/>
          <a:lstStyle>
            <a:lvl1pPr>
              <a:defRPr>
                <a:solidFill>
                  <a:schemeClr val="tx1"/>
                </a:solidFill>
              </a:defRPr>
            </a:lvl1pPr>
            <a:lvl5pPr>
              <a:defRPr/>
            </a:lvl5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custDataLst>
              <p:custData r:id="rId4"/>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nl-NL"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37563273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2 Content and Content - Midnight blue" type="twoObjAndObj" preserve="1">
  <p:cSld name="Title, 2 Content and Content - Midnight blue">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2"/>
            </p:custDataLst>
          </p:nvPr>
        </p:nvSpPr>
        <p:spPr>
          <a:xfrm>
            <a:off x="457200" y="1411200"/>
            <a:ext cx="3603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custDataLst>
              <p:custData r:id="rId3"/>
            </p:custDataLst>
          </p:nvPr>
        </p:nvSpPr>
        <p:spPr>
          <a:xfrm>
            <a:off x="4298400" y="1411200"/>
            <a:ext cx="3603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custDataLst>
              <p:custData r:id="rId4"/>
            </p:custDataLst>
          </p:nvPr>
        </p:nvSpPr>
        <p:spPr>
          <a:xfrm>
            <a:off x="8132400" y="1411200"/>
            <a:ext cx="3600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custDataLst>
              <p:custData r:id="rId5"/>
            </p:custDataLst>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solidFill>
                  <a:schemeClr val="bg2"/>
                </a:solidFill>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2" name="Copyright">
            <a:extLst>
              <a:ext uri="{FF2B5EF4-FFF2-40B4-BE49-F238E27FC236}">
                <a16:creationId xmlns:a16="http://schemas.microsoft.com/office/drawing/2014/main" id="{16D1BAEC-4161-9FB8-1FFE-3B04F2E89A8E}"/>
              </a:ext>
            </a:extLst>
          </p:cNvPr>
          <p:cNvSpPr txBox="1">
            <a:spLocks/>
          </p:cNvSpPr>
          <p:nvPr userDrawn="1">
            <p:custDataLst>
              <p:custData r:id="rId6"/>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10" name="Footer Rule">
            <a:extLst>
              <a:ext uri="{FF2B5EF4-FFF2-40B4-BE49-F238E27FC236}">
                <a16:creationId xmlns:a16="http://schemas.microsoft.com/office/drawing/2014/main" id="{90953CAC-046F-8961-25C4-8EF87030260C}"/>
              </a:ext>
            </a:extLst>
          </p:cNvPr>
          <p:cNvSpPr/>
          <p:nvPr userDrawn="1">
            <p:custDataLst>
              <p:custData r:id="rId7"/>
            </p:custDataLst>
          </p:nvPr>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2" name="ContentLogo_WHITE" descr="The Mercer company logo.">
            <a:extLst>
              <a:ext uri="{FF2B5EF4-FFF2-40B4-BE49-F238E27FC236}">
                <a16:creationId xmlns:a16="http://schemas.microsoft.com/office/drawing/2014/main" id="{AD63F39A-5A31-8E57-6B54-5ACFCF37C537}"/>
              </a:ext>
            </a:extLst>
          </p:cNvPr>
          <p:cNvPicPr>
            <a:picLocks noChangeAspect="1"/>
          </p:cNvPicPr>
          <p:nvPr userDrawn="1"/>
        </p:nvPicPr>
        <p:blipFill>
          <a:blip r:embed="rId9"/>
          <a:stretch>
            <a:fillRect/>
          </a:stretch>
        </p:blipFill>
        <p:spPr bwMode="invGray">
          <a:xfrm>
            <a:off x="457200" y="6537960"/>
            <a:ext cx="752858" cy="164592"/>
          </a:xfrm>
          <a:prstGeom prst="rect">
            <a:avLst/>
          </a:prstGeom>
        </p:spPr>
      </p:pic>
      <p:pic>
        <p:nvPicPr>
          <p:cNvPr id="14" name="ContentLogo_COLOUR" descr="The Mercer company logo." hidden="1">
            <a:extLst>
              <a:ext uri="{FF2B5EF4-FFF2-40B4-BE49-F238E27FC236}">
                <a16:creationId xmlns:a16="http://schemas.microsoft.com/office/drawing/2014/main" id="{F9A81958-A4FD-20E1-6BE1-738F0AD029A2}"/>
              </a:ext>
            </a:extLst>
          </p:cNvPr>
          <p:cNvPicPr>
            <a:picLocks noChangeAspect="1"/>
          </p:cNvPicPr>
          <p:nvPr userDrawn="1"/>
        </p:nvPicPr>
        <p:blipFill>
          <a:blip r:embed="rId10"/>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42133645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 Sky blue" type="twoObjAndObj" preserve="1">
  <p:cSld name="Title, 2 Content and Content - Sky blue">
    <p:bg>
      <p:bgPr>
        <a:solidFill>
          <a:schemeClr val="bg2"/>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1"/>
            </p:custDataLst>
          </p:nvPr>
        </p:nvSpPr>
        <p:spPr>
          <a:xfrm>
            <a:off x="4572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custDataLst>
              <p:custData r:id="rId2"/>
            </p:custDataLst>
          </p:nvPr>
        </p:nvSpPr>
        <p:spPr>
          <a:xfrm>
            <a:off x="42984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custDataLst>
              <p:custData r:id="rId3"/>
            </p:custDataLst>
          </p:nvPr>
        </p:nvSpPr>
        <p:spPr>
          <a:xfrm>
            <a:off x="8132400" y="1411200"/>
            <a:ext cx="3600000" cy="4878000"/>
          </a:xfrm>
        </p:spPr>
        <p:txBody>
          <a:bodyPr/>
          <a:lstStyle>
            <a:lvl1pPr>
              <a:defRPr>
                <a:solidFill>
                  <a:schemeClr val="tx1"/>
                </a:solidFill>
              </a:defRPr>
            </a:lvl1pPr>
            <a:lvl5pPr>
              <a:defRPr/>
            </a:lvl5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custDataLst>
              <p:custData r:id="rId4"/>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nl-NL"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901778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thirds white one third sky blue" type="twoObjAndObj" preserve="1">
  <p:cSld name="Two thirds white one third sky blue">
    <p:spTree>
      <p:nvGrpSpPr>
        <p:cNvPr id="1" name=""/>
        <p:cNvGrpSpPr/>
        <p:nvPr/>
      </p:nvGrpSpPr>
      <p:grpSpPr>
        <a:xfrm>
          <a:off x="0" y="0"/>
          <a:ext cx="0" cy="0"/>
          <a:chOff x="0" y="0"/>
          <a:chExt cx="0" cy="0"/>
        </a:xfrm>
      </p:grpSpPr>
      <p:sp>
        <p:nvSpPr>
          <p:cNvPr id="2" name="Third Panel Right">
            <a:extLst>
              <a:ext uri="{FF2B5EF4-FFF2-40B4-BE49-F238E27FC236}">
                <a16:creationId xmlns:a16="http://schemas.microsoft.com/office/drawing/2014/main" id="{5C151960-C8CE-704C-104B-79599866AD62}"/>
              </a:ext>
            </a:extLst>
          </p:cNvPr>
          <p:cNvSpPr>
            <a:spLocks noGrp="1" noRot="1" noMove="1" noResize="1" noEditPoints="1" noAdjustHandles="1" noChangeArrowheads="1" noChangeShapeType="1"/>
          </p:cNvSpPr>
          <p:nvPr userDrawn="1"/>
        </p:nvSpPr>
        <p:spPr>
          <a:xfrm>
            <a:off x="8012316" y="0"/>
            <a:ext cx="4179683"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10" name="Footer Rule">
            <a:extLst>
              <a:ext uri="{FF2B5EF4-FFF2-40B4-BE49-F238E27FC236}">
                <a16:creationId xmlns:a16="http://schemas.microsoft.com/office/drawing/2014/main" id="{A2CA41DF-1B43-661F-511F-C1D956EEC591}"/>
              </a:ext>
            </a:extLst>
          </p:cNvPr>
          <p:cNvSpPr/>
          <p:nvPr userDrawn="1">
            <p:custDataLst>
              <p:custData r:id="rId2"/>
            </p:custDataLst>
          </p:nvPr>
        </p:nvSpPr>
        <p:spPr>
          <a:xfrm>
            <a:off x="457200" y="6400800"/>
            <a:ext cx="11278800" cy="0"/>
          </a:xfrm>
          <a:prstGeom prst="line">
            <a:avLst/>
          </a:prstGeom>
          <a:noFill/>
          <a:ln w="6350">
            <a:solidFill>
              <a:schemeClr val="tx1"/>
            </a:solidFill>
            <a:prstDash val="solid"/>
            <a:headEnd type="none"/>
            <a:tailEnd type="none"/>
          </a:ln>
        </p:spPr>
        <p:txBody>
          <a:bodyPr lIns="0" tIns="0" rIns="0" bIns="0"/>
          <a:lstStyle/>
          <a:p>
            <a:endParaRPr lang="nl-NL" sz="700" dirty="0">
              <a:solidFill>
                <a:schemeClr val="tx1"/>
              </a:solidFill>
            </a:endParaRPr>
          </a:p>
        </p:txBody>
      </p:sp>
      <p:sp>
        <p:nvSpPr>
          <p:cNvPr id="3" name="Content Placeholder 2"/>
          <p:cNvSpPr>
            <a:spLocks noGrp="1"/>
          </p:cNvSpPr>
          <p:nvPr>
            <p:ph sz="quarter" idx="1" hasCustomPrompt="1"/>
            <p:custDataLst>
              <p:custData r:id="rId3"/>
            </p:custDataLst>
          </p:nvPr>
        </p:nvSpPr>
        <p:spPr>
          <a:xfrm>
            <a:off x="4572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custDataLst>
              <p:custData r:id="rId4"/>
            </p:custDataLst>
          </p:nvPr>
        </p:nvSpPr>
        <p:spPr>
          <a:xfrm>
            <a:off x="42984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custDataLst>
              <p:custData r:id="rId5"/>
            </p:custDataLst>
          </p:nvPr>
        </p:nvSpPr>
        <p:spPr>
          <a:xfrm>
            <a:off x="8132400" y="1411200"/>
            <a:ext cx="3600000" cy="4878000"/>
          </a:xfrm>
        </p:spPr>
        <p:txBody>
          <a:bodyPr/>
          <a:lstStyle>
            <a:lvl1pPr>
              <a:defRPr>
                <a:solidFill>
                  <a:schemeClr val="tx1"/>
                </a:solidFill>
              </a:defRPr>
            </a:lvl1pPr>
            <a:lvl5pPr>
              <a:defRPr/>
            </a:lvl5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custDataLst>
              <p:custData r:id="rId6"/>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nl-NL"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
        <p:nvSpPr>
          <p:cNvPr id="11" name="Copyright">
            <a:extLst>
              <a:ext uri="{FF2B5EF4-FFF2-40B4-BE49-F238E27FC236}">
                <a16:creationId xmlns:a16="http://schemas.microsoft.com/office/drawing/2014/main" id="{F2533A2D-61D7-C2FE-5C42-FA3B103C061D}"/>
              </a:ext>
            </a:extLst>
          </p:cNvPr>
          <p:cNvSpPr txBox="1">
            <a:spLocks/>
          </p:cNvSpPr>
          <p:nvPr userDrawn="1">
            <p:custDataLst>
              <p:custData r:id="rId7"/>
            </p:custDataLst>
          </p:nvPr>
        </p:nvSpPr>
        <p:spPr>
          <a:xfrm>
            <a:off x="8132400" y="6606000"/>
            <a:ext cx="32364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tx1"/>
                </a:solidFill>
              </a:rPr>
              <a:t>© 2026 Marsh. Alle rechten </a:t>
            </a:r>
            <a:r>
              <a:rPr lang="nl-NL" sz="700">
                <a:solidFill>
                  <a:schemeClr val="tx1"/>
                </a:solidFill>
              </a:rPr>
              <a:t>voorbehouden.</a:t>
            </a:r>
            <a:endParaRPr lang="nl-NL" sz="700" dirty="0">
              <a:solidFill>
                <a:schemeClr val="tx1"/>
              </a:solidFill>
            </a:endParaRPr>
          </a:p>
        </p:txBody>
      </p:sp>
    </p:spTree>
    <p:custDataLst>
      <p:custData r:id="rId1"/>
    </p:custDataLst>
    <p:extLst>
      <p:ext uri="{BB962C8B-B14F-4D97-AF65-F5344CB8AC3E}">
        <p14:creationId xmlns:p14="http://schemas.microsoft.com/office/powerpoint/2010/main" val="9074866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thirds white one third midnight blue" type="twoObjAndObj" preserve="1">
  <p:cSld name="Two thirds white one third midnight blue">
    <p:spTree>
      <p:nvGrpSpPr>
        <p:cNvPr id="1" name=""/>
        <p:cNvGrpSpPr/>
        <p:nvPr/>
      </p:nvGrpSpPr>
      <p:grpSpPr>
        <a:xfrm>
          <a:off x="0" y="0"/>
          <a:ext cx="0" cy="0"/>
          <a:chOff x="0" y="0"/>
          <a:chExt cx="0" cy="0"/>
        </a:xfrm>
      </p:grpSpPr>
      <p:sp>
        <p:nvSpPr>
          <p:cNvPr id="2" name="Third Panel Right">
            <a:extLst>
              <a:ext uri="{FF2B5EF4-FFF2-40B4-BE49-F238E27FC236}">
                <a16:creationId xmlns:a16="http://schemas.microsoft.com/office/drawing/2014/main" id="{5C151960-C8CE-704C-104B-79599866AD62}"/>
              </a:ext>
            </a:extLst>
          </p:cNvPr>
          <p:cNvSpPr>
            <a:spLocks noGrp="1" noRot="1" noMove="1" noResize="1" noEditPoints="1" noAdjustHandles="1" noChangeArrowheads="1" noChangeShapeType="1"/>
          </p:cNvSpPr>
          <p:nvPr userDrawn="1"/>
        </p:nvSpPr>
        <p:spPr>
          <a:xfrm>
            <a:off x="8012316" y="0"/>
            <a:ext cx="4179683" cy="685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10" name="Footer Rule">
            <a:extLst>
              <a:ext uri="{FF2B5EF4-FFF2-40B4-BE49-F238E27FC236}">
                <a16:creationId xmlns:a16="http://schemas.microsoft.com/office/drawing/2014/main" id="{A2CA41DF-1B43-661F-511F-C1D956EEC591}"/>
              </a:ext>
            </a:extLst>
          </p:cNvPr>
          <p:cNvSpPr/>
          <p:nvPr userDrawn="1">
            <p:custDataLst>
              <p:custData r:id="rId2"/>
            </p:custDataLst>
          </p:nvPr>
        </p:nvSpPr>
        <p:spPr>
          <a:xfrm>
            <a:off x="457200" y="6400800"/>
            <a:ext cx="11278800" cy="0"/>
          </a:xfrm>
          <a:prstGeom prst="line">
            <a:avLst/>
          </a:prstGeom>
          <a:noFill/>
          <a:ln w="6350">
            <a:solidFill>
              <a:schemeClr val="tx1"/>
            </a:solidFill>
            <a:prstDash val="solid"/>
            <a:headEnd type="none"/>
            <a:tailEnd type="none"/>
          </a:ln>
        </p:spPr>
        <p:txBody>
          <a:bodyPr lIns="0" tIns="0" rIns="0" bIns="0"/>
          <a:lstStyle/>
          <a:p>
            <a:endParaRPr lang="nl-NL" sz="700" dirty="0">
              <a:solidFill>
                <a:schemeClr val="tx1"/>
              </a:solidFill>
            </a:endParaRPr>
          </a:p>
        </p:txBody>
      </p:sp>
      <p:sp>
        <p:nvSpPr>
          <p:cNvPr id="3" name="Content Placeholder 2"/>
          <p:cNvSpPr>
            <a:spLocks noGrp="1"/>
          </p:cNvSpPr>
          <p:nvPr>
            <p:ph sz="quarter" idx="1" hasCustomPrompt="1"/>
            <p:custDataLst>
              <p:custData r:id="rId3"/>
            </p:custDataLst>
          </p:nvPr>
        </p:nvSpPr>
        <p:spPr>
          <a:xfrm>
            <a:off x="4572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custDataLst>
              <p:custData r:id="rId4"/>
            </p:custDataLst>
          </p:nvPr>
        </p:nvSpPr>
        <p:spPr>
          <a:xfrm>
            <a:off x="42984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custDataLst>
              <p:custData r:id="rId5"/>
            </p:custDataLst>
          </p:nvPr>
        </p:nvSpPr>
        <p:spPr>
          <a:xfrm>
            <a:off x="8132400" y="1411200"/>
            <a:ext cx="3600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custDataLst>
              <p:custData r:id="rId6"/>
            </p:custDataLst>
          </p:nvPr>
        </p:nvSpPr>
        <p:spPr>
          <a:xfrm>
            <a:off x="457200" y="975600"/>
            <a:ext cx="7444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a:xfrm>
            <a:off x="457200" y="381600"/>
            <a:ext cx="7444800" cy="462985"/>
          </a:xfrm>
        </p:spPr>
        <p:txBody>
          <a:bodyPr/>
          <a:lstStyle>
            <a:lvl1pPr>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nl-NL"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11" name="Copyright">
            <a:extLst>
              <a:ext uri="{FF2B5EF4-FFF2-40B4-BE49-F238E27FC236}">
                <a16:creationId xmlns:a16="http://schemas.microsoft.com/office/drawing/2014/main" id="{C9CDA119-6F0B-C7DF-4B4D-AA39D9AE85A8}"/>
              </a:ext>
            </a:extLst>
          </p:cNvPr>
          <p:cNvSpPr txBox="1">
            <a:spLocks/>
          </p:cNvSpPr>
          <p:nvPr userDrawn="1">
            <p:custDataLst>
              <p:custData r:id="rId7"/>
            </p:custDataLst>
          </p:nvPr>
        </p:nvSpPr>
        <p:spPr>
          <a:xfrm>
            <a:off x="8132400" y="6606000"/>
            <a:ext cx="32364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12" name="Footer Rule">
            <a:extLst>
              <a:ext uri="{FF2B5EF4-FFF2-40B4-BE49-F238E27FC236}">
                <a16:creationId xmlns:a16="http://schemas.microsoft.com/office/drawing/2014/main" id="{80DED743-713F-9912-337B-BF9FD2A7DDD4}"/>
              </a:ext>
            </a:extLst>
          </p:cNvPr>
          <p:cNvSpPr/>
          <p:nvPr userDrawn="1">
            <p:custDataLst>
              <p:custData r:id="rId8"/>
            </p:custDataLst>
          </p:nvPr>
        </p:nvSpPr>
        <p:spPr>
          <a:xfrm>
            <a:off x="8012316" y="6400800"/>
            <a:ext cx="3723684"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spTree>
    <p:custDataLst>
      <p:custData r:id="rId1"/>
    </p:custDataLst>
    <p:extLst>
      <p:ext uri="{BB962C8B-B14F-4D97-AF65-F5344CB8AC3E}">
        <p14:creationId xmlns:p14="http://schemas.microsoft.com/office/powerpoint/2010/main" val="3201749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 thirds midnight blue one third white" type="twoObjAndObj" preserve="1">
  <p:cSld name="Two thirds midnight blue one third white">
    <p:spTree>
      <p:nvGrpSpPr>
        <p:cNvPr id="1" name=""/>
        <p:cNvGrpSpPr/>
        <p:nvPr/>
      </p:nvGrpSpPr>
      <p:grpSpPr>
        <a:xfrm>
          <a:off x="0" y="0"/>
          <a:ext cx="0" cy="0"/>
          <a:chOff x="0" y="0"/>
          <a:chExt cx="0" cy="0"/>
        </a:xfrm>
      </p:grpSpPr>
      <p:sp>
        <p:nvSpPr>
          <p:cNvPr id="2" name="Two Third Panel Left">
            <a:extLst>
              <a:ext uri="{FF2B5EF4-FFF2-40B4-BE49-F238E27FC236}">
                <a16:creationId xmlns:a16="http://schemas.microsoft.com/office/drawing/2014/main" id="{B0479C70-6DF9-5556-F6AB-71A18CF90B9F}"/>
              </a:ext>
            </a:extLst>
          </p:cNvPr>
          <p:cNvSpPr>
            <a:spLocks noGrp="1" noRot="1" noMove="1" noResize="1" noEditPoints="1" noAdjustHandles="1" noChangeArrowheads="1" noChangeShapeType="1"/>
          </p:cNvSpPr>
          <p:nvPr userDrawn="1"/>
        </p:nvSpPr>
        <p:spPr>
          <a:xfrm>
            <a:off x="0" y="0"/>
            <a:ext cx="8026400" cy="685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3" name="Content Placeholder 2"/>
          <p:cNvSpPr>
            <a:spLocks noGrp="1"/>
          </p:cNvSpPr>
          <p:nvPr>
            <p:ph sz="quarter" idx="1" hasCustomPrompt="1"/>
            <p:custDataLst>
              <p:custData r:id="rId2"/>
            </p:custDataLst>
          </p:nvPr>
        </p:nvSpPr>
        <p:spPr>
          <a:xfrm>
            <a:off x="457200" y="1411200"/>
            <a:ext cx="3603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custDataLst>
              <p:custData r:id="rId3"/>
            </p:custDataLst>
          </p:nvPr>
        </p:nvSpPr>
        <p:spPr>
          <a:xfrm>
            <a:off x="4298400" y="1411200"/>
            <a:ext cx="3603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custDataLst>
              <p:custData r:id="rId4"/>
            </p:custDataLst>
          </p:nvPr>
        </p:nvSpPr>
        <p:spPr>
          <a:xfrm>
            <a:off x="8132400" y="1411200"/>
            <a:ext cx="3600000" cy="4878000"/>
          </a:xfrm>
        </p:spPr>
        <p:txBody>
          <a:bodyPr/>
          <a:lstStyle>
            <a:lvl1pPr>
              <a:defRPr>
                <a:solidFill>
                  <a:schemeClr val="tx1"/>
                </a:solidFill>
              </a:defRPr>
            </a:lvl1pPr>
            <a:lvl5pPr>
              <a:defRPr/>
            </a:lvl5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custDataLst>
              <p:custData r:id="rId5"/>
            </p:custDataLst>
          </p:nvPr>
        </p:nvSpPr>
        <p:spPr>
          <a:xfrm>
            <a:off x="457200" y="975600"/>
            <a:ext cx="7444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a:xfrm>
            <a:off x="457200" y="381600"/>
            <a:ext cx="7444800" cy="462985"/>
          </a:xfrm>
        </p:spPr>
        <p:txBody>
          <a:bodyPr/>
          <a:lstStyle>
            <a:lvl1pPr>
              <a:defRPr>
                <a:solidFill>
                  <a:schemeClr val="bg2"/>
                </a:solidFill>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
        <p:nvSpPr>
          <p:cNvPr id="10" name="Footer Rule">
            <a:extLst>
              <a:ext uri="{FF2B5EF4-FFF2-40B4-BE49-F238E27FC236}">
                <a16:creationId xmlns:a16="http://schemas.microsoft.com/office/drawing/2014/main" id="{5A010AB5-80D3-BEF4-FEF4-85CA7EE63378}"/>
              </a:ext>
            </a:extLst>
          </p:cNvPr>
          <p:cNvSpPr/>
          <p:nvPr userDrawn="1">
            <p:custDataLst>
              <p:custData r:id="rId6"/>
            </p:custDataLst>
          </p:nvPr>
        </p:nvSpPr>
        <p:spPr>
          <a:xfrm>
            <a:off x="457200" y="6400800"/>
            <a:ext cx="75692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2" name="ContentLogo_WHITE" descr="The Mercer company logo.">
            <a:extLst>
              <a:ext uri="{FF2B5EF4-FFF2-40B4-BE49-F238E27FC236}">
                <a16:creationId xmlns:a16="http://schemas.microsoft.com/office/drawing/2014/main" id="{B86A8F56-0472-97AD-AA7C-1756A02A7203}"/>
              </a:ext>
            </a:extLst>
          </p:cNvPr>
          <p:cNvPicPr>
            <a:picLocks noChangeAspect="1"/>
          </p:cNvPicPr>
          <p:nvPr userDrawn="1"/>
        </p:nvPicPr>
        <p:blipFill>
          <a:blip r:embed="rId8"/>
          <a:stretch>
            <a:fillRect/>
          </a:stretch>
        </p:blipFill>
        <p:spPr bwMode="invGray">
          <a:xfrm>
            <a:off x="457200" y="6537960"/>
            <a:ext cx="752858" cy="164592"/>
          </a:xfrm>
          <a:prstGeom prst="rect">
            <a:avLst/>
          </a:prstGeom>
        </p:spPr>
      </p:pic>
      <p:pic>
        <p:nvPicPr>
          <p:cNvPr id="14" name="ContentLogo_COLOUR" descr="The Mercer company logo." hidden="1">
            <a:extLst>
              <a:ext uri="{FF2B5EF4-FFF2-40B4-BE49-F238E27FC236}">
                <a16:creationId xmlns:a16="http://schemas.microsoft.com/office/drawing/2014/main" id="{2C33F26C-E62D-EE1C-591B-598BD9CD8812}"/>
              </a:ext>
            </a:extLst>
          </p:cNvPr>
          <p:cNvPicPr>
            <a:picLocks noChangeAspect="1"/>
          </p:cNvPicPr>
          <p:nvPr userDrawn="1"/>
        </p:nvPicPr>
        <p:blipFill>
          <a:blip r:embed="rId9"/>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21114129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4 Content" type="fourObj" preserve="1">
  <p:cSld name="Title and 4 Content">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1"/>
            </p:custDataLst>
          </p:nvPr>
        </p:nvSpPr>
        <p:spPr>
          <a:xfrm>
            <a:off x="4572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custDataLst>
              <p:custData r:id="rId2"/>
            </p:custDataLst>
          </p:nvPr>
        </p:nvSpPr>
        <p:spPr>
          <a:xfrm>
            <a:off x="33408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quarter" idx="3" hasCustomPrompt="1"/>
            <p:custDataLst>
              <p:custData r:id="rId3"/>
            </p:custDataLst>
          </p:nvPr>
        </p:nvSpPr>
        <p:spPr>
          <a:xfrm>
            <a:off x="62136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Content Placeholder 5"/>
          <p:cNvSpPr>
            <a:spLocks noGrp="1"/>
          </p:cNvSpPr>
          <p:nvPr>
            <p:ph sz="quarter" idx="4" hasCustomPrompt="1"/>
            <p:custDataLst>
              <p:custData r:id="rId4"/>
            </p:custDataLst>
          </p:nvPr>
        </p:nvSpPr>
        <p:spPr>
          <a:xfrm>
            <a:off x="90936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7" name="Text Placeholder 6">
            <a:extLst>
              <a:ext uri="{FF2B5EF4-FFF2-40B4-BE49-F238E27FC236}">
                <a16:creationId xmlns:a16="http://schemas.microsoft.com/office/drawing/2014/main" id="{B7E6927B-0694-0EBA-513B-68CAE3D6EF52}"/>
              </a:ext>
            </a:extLst>
          </p:cNvPr>
          <p:cNvSpPr>
            <a:spLocks noGrp="1"/>
          </p:cNvSpPr>
          <p:nvPr>
            <p:ph type="body" sz="quarter" idx="12" hasCustomPrompt="1"/>
            <p:custDataLst>
              <p:custData r:id="rId5"/>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9" name="Title 8">
            <a:extLst>
              <a:ext uri="{FF2B5EF4-FFF2-40B4-BE49-F238E27FC236}">
                <a16:creationId xmlns:a16="http://schemas.microsoft.com/office/drawing/2014/main" id="{1A2323E0-E727-5932-93D5-A9CAE6B47EB8}"/>
              </a:ext>
            </a:extLst>
          </p:cNvPr>
          <p:cNvSpPr>
            <a:spLocks noGrp="1"/>
          </p:cNvSpPr>
          <p:nvPr>
            <p:ph type="title" hasCustomPrompt="1"/>
          </p:nvPr>
        </p:nvSpPr>
        <p:spPr/>
        <p:txBody>
          <a:bodyPr>
            <a:noAutofit/>
          </a:bodyPr>
          <a:lstStyle>
            <a:lvl1pPr>
              <a:defRPr/>
            </a:lvl1pPr>
          </a:lstStyle>
          <a:p>
            <a:r>
              <a:rPr lang="nl-NL"/>
              <a:t>Click to edit master title style</a:t>
            </a:r>
            <a:endParaRPr lang="nl-NL" dirty="0"/>
          </a:p>
        </p:txBody>
      </p:sp>
      <p:sp>
        <p:nvSpPr>
          <p:cNvPr id="8" name="Footer Placeholder 7">
            <a:extLst>
              <a:ext uri="{FF2B5EF4-FFF2-40B4-BE49-F238E27FC236}">
                <a16:creationId xmlns:a16="http://schemas.microsoft.com/office/drawing/2014/main" id="{9694D80D-1D44-6836-8C39-E634810F0567}"/>
              </a:ext>
            </a:extLst>
          </p:cNvPr>
          <p:cNvSpPr>
            <a:spLocks noGrp="1"/>
          </p:cNvSpPr>
          <p:nvPr>
            <p:ph type="ftr" sz="quarter" idx="14"/>
          </p:nvPr>
        </p:nvSpPr>
        <p:spPr/>
        <p:txBody>
          <a:bodyPr/>
          <a:lstStyle/>
          <a:p>
            <a:endParaRPr lang="nl-NL" dirty="0"/>
          </a:p>
        </p:txBody>
      </p:sp>
      <p:sp>
        <p:nvSpPr>
          <p:cNvPr id="10" name="Slide Number Placeholder 9">
            <a:extLst>
              <a:ext uri="{FF2B5EF4-FFF2-40B4-BE49-F238E27FC236}">
                <a16:creationId xmlns:a16="http://schemas.microsoft.com/office/drawing/2014/main" id="{51EC5B58-8ED7-67BC-15A0-C369F1AF6B3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27175052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4 Content - Midnight blue" type="fourObj" preserve="1">
  <p:cSld name="Title and 4 Content - Midnight blue">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2"/>
            </p:custDataLst>
          </p:nvPr>
        </p:nvSpPr>
        <p:spPr>
          <a:xfrm>
            <a:off x="457200" y="1411200"/>
            <a:ext cx="26388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custDataLst>
              <p:custData r:id="rId3"/>
            </p:custDataLst>
          </p:nvPr>
        </p:nvSpPr>
        <p:spPr>
          <a:xfrm>
            <a:off x="3340800" y="1411200"/>
            <a:ext cx="26388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quarter" idx="3" hasCustomPrompt="1"/>
            <p:custDataLst>
              <p:custData r:id="rId4"/>
            </p:custDataLst>
          </p:nvPr>
        </p:nvSpPr>
        <p:spPr>
          <a:xfrm>
            <a:off x="6213600" y="1411200"/>
            <a:ext cx="26388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Content Placeholder 5"/>
          <p:cNvSpPr>
            <a:spLocks noGrp="1"/>
          </p:cNvSpPr>
          <p:nvPr>
            <p:ph sz="quarter" idx="4" hasCustomPrompt="1"/>
            <p:custDataLst>
              <p:custData r:id="rId5"/>
            </p:custDataLst>
          </p:nvPr>
        </p:nvSpPr>
        <p:spPr>
          <a:xfrm>
            <a:off x="9093600" y="1411200"/>
            <a:ext cx="26388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7" name="Text Placeholder 6">
            <a:extLst>
              <a:ext uri="{FF2B5EF4-FFF2-40B4-BE49-F238E27FC236}">
                <a16:creationId xmlns:a16="http://schemas.microsoft.com/office/drawing/2014/main" id="{B7E6927B-0694-0EBA-513B-68CAE3D6EF52}"/>
              </a:ext>
            </a:extLst>
          </p:cNvPr>
          <p:cNvSpPr>
            <a:spLocks noGrp="1"/>
          </p:cNvSpPr>
          <p:nvPr>
            <p:ph type="body" sz="quarter" idx="12" hasCustomPrompt="1"/>
            <p:custDataLst>
              <p:custData r:id="rId6"/>
            </p:custDataLst>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9" name="Title 8">
            <a:extLst>
              <a:ext uri="{FF2B5EF4-FFF2-40B4-BE49-F238E27FC236}">
                <a16:creationId xmlns:a16="http://schemas.microsoft.com/office/drawing/2014/main" id="{1A2323E0-E727-5932-93D5-A9CAE6B47EB8}"/>
              </a:ext>
            </a:extLst>
          </p:cNvPr>
          <p:cNvSpPr>
            <a:spLocks noGrp="1"/>
          </p:cNvSpPr>
          <p:nvPr>
            <p:ph type="title" hasCustomPrompt="1"/>
          </p:nvPr>
        </p:nvSpPr>
        <p:spPr/>
        <p:txBody>
          <a:bodyPr>
            <a:noAutofit/>
          </a:bodyPr>
          <a:lstStyle>
            <a:lvl1pPr>
              <a:defRPr>
                <a:solidFill>
                  <a:schemeClr val="bg2"/>
                </a:solidFill>
              </a:defRPr>
            </a:lvl1pPr>
          </a:lstStyle>
          <a:p>
            <a:r>
              <a:rPr lang="nl-NL"/>
              <a:t>Click to edit master title style</a:t>
            </a:r>
            <a:endParaRPr lang="nl-NL" dirty="0"/>
          </a:p>
        </p:txBody>
      </p:sp>
      <p:sp>
        <p:nvSpPr>
          <p:cNvPr id="8" name="Footer Placeholder 7">
            <a:extLst>
              <a:ext uri="{FF2B5EF4-FFF2-40B4-BE49-F238E27FC236}">
                <a16:creationId xmlns:a16="http://schemas.microsoft.com/office/drawing/2014/main" id="{9694D80D-1D44-6836-8C39-E634810F0567}"/>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10" name="Slide Number Placeholder 9">
            <a:extLst>
              <a:ext uri="{FF2B5EF4-FFF2-40B4-BE49-F238E27FC236}">
                <a16:creationId xmlns:a16="http://schemas.microsoft.com/office/drawing/2014/main" id="{51EC5B58-8ED7-67BC-15A0-C369F1AF6B30}"/>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2" name="Copyright">
            <a:extLst>
              <a:ext uri="{FF2B5EF4-FFF2-40B4-BE49-F238E27FC236}">
                <a16:creationId xmlns:a16="http://schemas.microsoft.com/office/drawing/2014/main" id="{FAAA92CC-4A99-670E-4528-CC0289AD6823}"/>
              </a:ext>
            </a:extLst>
          </p:cNvPr>
          <p:cNvSpPr txBox="1">
            <a:spLocks/>
          </p:cNvSpPr>
          <p:nvPr userDrawn="1">
            <p:custDataLst>
              <p:custData r:id="rId7"/>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11" name="Footer Rule">
            <a:extLst>
              <a:ext uri="{FF2B5EF4-FFF2-40B4-BE49-F238E27FC236}">
                <a16:creationId xmlns:a16="http://schemas.microsoft.com/office/drawing/2014/main" id="{1EBA69C7-F645-CD8C-A039-C3FD49194050}"/>
              </a:ext>
            </a:extLst>
          </p:cNvPr>
          <p:cNvSpPr/>
          <p:nvPr userDrawn="1">
            <p:custDataLst>
              <p:custData r:id="rId8"/>
            </p:custDataLst>
          </p:nvPr>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3" name="ContentLogo_WHITE" descr="The Mercer company logo.">
            <a:extLst>
              <a:ext uri="{FF2B5EF4-FFF2-40B4-BE49-F238E27FC236}">
                <a16:creationId xmlns:a16="http://schemas.microsoft.com/office/drawing/2014/main" id="{15BACB88-DEFF-2A46-394C-68FDF999EA8A}"/>
              </a:ext>
            </a:extLst>
          </p:cNvPr>
          <p:cNvPicPr>
            <a:picLocks noChangeAspect="1"/>
          </p:cNvPicPr>
          <p:nvPr userDrawn="1"/>
        </p:nvPicPr>
        <p:blipFill>
          <a:blip r:embed="rId10"/>
          <a:stretch>
            <a:fillRect/>
          </a:stretch>
        </p:blipFill>
        <p:spPr bwMode="invGray">
          <a:xfrm>
            <a:off x="457200" y="6537960"/>
            <a:ext cx="752858" cy="164592"/>
          </a:xfrm>
          <a:prstGeom prst="rect">
            <a:avLst/>
          </a:prstGeom>
        </p:spPr>
      </p:pic>
      <p:pic>
        <p:nvPicPr>
          <p:cNvPr id="15" name="ContentLogo_COLOUR" descr="The Mercer company logo." hidden="1">
            <a:extLst>
              <a:ext uri="{FF2B5EF4-FFF2-40B4-BE49-F238E27FC236}">
                <a16:creationId xmlns:a16="http://schemas.microsoft.com/office/drawing/2014/main" id="{17A0AC3B-481A-194D-560A-BEAD082EBEC3}"/>
              </a:ext>
            </a:extLst>
          </p:cNvPr>
          <p:cNvPicPr>
            <a:picLocks noChangeAspect="1"/>
          </p:cNvPicPr>
          <p:nvPr userDrawn="1"/>
        </p:nvPicPr>
        <p:blipFill>
          <a:blip r:embed="rId11"/>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26617408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4 Content - Sky blue" type="fourObj" preserve="1">
  <p:cSld name="Title and 4 Content - Sky blue">
    <p:bg>
      <p:bgPr>
        <a:solidFill>
          <a:schemeClr val="bg2"/>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hasCustomPrompt="1"/>
            <p:custDataLst>
              <p:custData r:id="rId1"/>
            </p:custDataLst>
          </p:nvPr>
        </p:nvSpPr>
        <p:spPr>
          <a:xfrm>
            <a:off x="4572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custDataLst>
              <p:custData r:id="rId2"/>
            </p:custDataLst>
          </p:nvPr>
        </p:nvSpPr>
        <p:spPr>
          <a:xfrm>
            <a:off x="33408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quarter" idx="3" hasCustomPrompt="1"/>
            <p:custDataLst>
              <p:custData r:id="rId3"/>
            </p:custDataLst>
          </p:nvPr>
        </p:nvSpPr>
        <p:spPr>
          <a:xfrm>
            <a:off x="62136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Content Placeholder 5"/>
          <p:cNvSpPr>
            <a:spLocks noGrp="1"/>
          </p:cNvSpPr>
          <p:nvPr>
            <p:ph sz="quarter" idx="4" hasCustomPrompt="1"/>
            <p:custDataLst>
              <p:custData r:id="rId4"/>
            </p:custDataLst>
          </p:nvPr>
        </p:nvSpPr>
        <p:spPr>
          <a:xfrm>
            <a:off x="90936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7" name="Text Placeholder 6">
            <a:extLst>
              <a:ext uri="{FF2B5EF4-FFF2-40B4-BE49-F238E27FC236}">
                <a16:creationId xmlns:a16="http://schemas.microsoft.com/office/drawing/2014/main" id="{B7E6927B-0694-0EBA-513B-68CAE3D6EF52}"/>
              </a:ext>
            </a:extLst>
          </p:cNvPr>
          <p:cNvSpPr>
            <a:spLocks noGrp="1"/>
          </p:cNvSpPr>
          <p:nvPr>
            <p:ph type="body" sz="quarter" idx="12" hasCustomPrompt="1"/>
            <p:custDataLst>
              <p:custData r:id="rId5"/>
            </p:custDataLst>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9" name="Title 8">
            <a:extLst>
              <a:ext uri="{FF2B5EF4-FFF2-40B4-BE49-F238E27FC236}">
                <a16:creationId xmlns:a16="http://schemas.microsoft.com/office/drawing/2014/main" id="{1A2323E0-E727-5932-93D5-A9CAE6B47EB8}"/>
              </a:ext>
            </a:extLst>
          </p:cNvPr>
          <p:cNvSpPr>
            <a:spLocks noGrp="1"/>
          </p:cNvSpPr>
          <p:nvPr>
            <p:ph type="title" hasCustomPrompt="1"/>
          </p:nvPr>
        </p:nvSpPr>
        <p:spPr/>
        <p:txBody>
          <a:bodyPr>
            <a:noAutofit/>
          </a:bodyPr>
          <a:lstStyle>
            <a:lvl1pPr>
              <a:defRPr/>
            </a:lvl1pPr>
          </a:lstStyle>
          <a:p>
            <a:r>
              <a:rPr lang="nl-NL"/>
              <a:t>Click to edit master title style</a:t>
            </a:r>
            <a:endParaRPr lang="nl-NL" dirty="0"/>
          </a:p>
        </p:txBody>
      </p:sp>
      <p:sp>
        <p:nvSpPr>
          <p:cNvPr id="8" name="Footer Placeholder 7">
            <a:extLst>
              <a:ext uri="{FF2B5EF4-FFF2-40B4-BE49-F238E27FC236}">
                <a16:creationId xmlns:a16="http://schemas.microsoft.com/office/drawing/2014/main" id="{9694D80D-1D44-6836-8C39-E634810F0567}"/>
              </a:ext>
            </a:extLst>
          </p:cNvPr>
          <p:cNvSpPr>
            <a:spLocks noGrp="1"/>
          </p:cNvSpPr>
          <p:nvPr>
            <p:ph type="ftr" sz="quarter" idx="14"/>
          </p:nvPr>
        </p:nvSpPr>
        <p:spPr/>
        <p:txBody>
          <a:bodyPr/>
          <a:lstStyle/>
          <a:p>
            <a:endParaRPr lang="nl-NL" dirty="0"/>
          </a:p>
        </p:txBody>
      </p:sp>
      <p:sp>
        <p:nvSpPr>
          <p:cNvPr id="10" name="Slide Number Placeholder 9">
            <a:extLst>
              <a:ext uri="{FF2B5EF4-FFF2-40B4-BE49-F238E27FC236}">
                <a16:creationId xmlns:a16="http://schemas.microsoft.com/office/drawing/2014/main" id="{51EC5B58-8ED7-67BC-15A0-C369F1AF6B3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36124223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Agenda" preserve="1" userDrawn="1">
  <p:cSld name="Agenda">
    <p:bg>
      <p:bgPr>
        <a:solidFill>
          <a:schemeClr val="dk1"/>
        </a:solidFill>
        <a:effectLst/>
      </p:bgPr>
    </p:bg>
    <p:spTree>
      <p:nvGrpSpPr>
        <p:cNvPr id="1" name=""/>
        <p:cNvGrpSpPr/>
        <p:nvPr/>
      </p:nvGrpSpPr>
      <p:grpSpPr>
        <a:xfrm>
          <a:off x="0" y="0"/>
          <a:ext cx="0" cy="0"/>
          <a:chOff x="0" y="0"/>
          <a:chExt cx="0" cy="0"/>
        </a:xfrm>
      </p:grpSpPr>
      <p:sp>
        <p:nvSpPr>
          <p:cNvPr id="5" name="Rule">
            <a:extLst>
              <a:ext uri="{FF2B5EF4-FFF2-40B4-BE49-F238E27FC236}">
                <a16:creationId xmlns:a16="http://schemas.microsoft.com/office/drawing/2014/main" id="{87774E20-C39B-CC3C-CA86-73CF1D07D094}"/>
              </a:ext>
            </a:extLst>
          </p:cNvPr>
          <p:cNvSpPr/>
          <p:nvPr userDrawn="1">
            <p:custDataLst>
              <p:custData r:id="rId2"/>
            </p:custDataLst>
          </p:nvPr>
        </p:nvSpPr>
        <p:spPr>
          <a:xfrm rot="-5400000">
            <a:off x="3160709" y="3417460"/>
            <a:ext cx="5872894" cy="0"/>
          </a:xfrm>
          <a:prstGeom prst="line">
            <a:avLst/>
          </a:prstGeom>
          <a:noFill/>
          <a:ln w="12700">
            <a:solidFill>
              <a:schemeClr val="lt2"/>
            </a:solidFill>
            <a:prstDash val="solid"/>
            <a:headEnd type="none"/>
            <a:tailEnd type="none"/>
          </a:ln>
        </p:spPr>
        <p:txBody>
          <a:bodyPr/>
          <a:lstStyle/>
          <a:p>
            <a:endParaRPr lang="nl-NL" dirty="0"/>
          </a:p>
        </p:txBody>
      </p:sp>
      <p:sp>
        <p:nvSpPr>
          <p:cNvPr id="10" name="Text Placeholder 1">
            <a:extLst>
              <a:ext uri="{FF2B5EF4-FFF2-40B4-BE49-F238E27FC236}">
                <a16:creationId xmlns:a16="http://schemas.microsoft.com/office/drawing/2014/main" id="{1051EDF5-F149-19BD-6BE8-19C6F6D8FA12}"/>
              </a:ext>
            </a:extLst>
          </p:cNvPr>
          <p:cNvSpPr>
            <a:spLocks noGrp="1"/>
          </p:cNvSpPr>
          <p:nvPr>
            <p:ph type="body" sz="quarter" idx="12" hasCustomPrompt="1"/>
            <p:custDataLst>
              <p:custData r:id="rId3"/>
            </p:custDataLst>
          </p:nvPr>
        </p:nvSpPr>
        <p:spPr>
          <a:xfrm>
            <a:off x="6217200" y="381600"/>
            <a:ext cx="5518800" cy="5904000"/>
          </a:xfrm>
        </p:spPr>
        <p:txBody>
          <a:bodyPr tIns="137160"/>
          <a:lstStyle>
            <a:lvl1pPr marL="342900" indent="-342900">
              <a:buFont typeface="+mj-lt"/>
              <a:buAutoNum type="arabicPeriod"/>
              <a:defRPr>
                <a:solidFill>
                  <a:schemeClr val="lt2"/>
                </a:solidFill>
              </a:defRPr>
            </a:lvl1pPr>
            <a:lvl2pPr>
              <a:defRPr>
                <a:solidFill>
                  <a:schemeClr val="lt2"/>
                </a:solidFill>
              </a:defRPr>
            </a:lvl2pPr>
            <a:lvl3pPr>
              <a:defRPr>
                <a:solidFill>
                  <a:schemeClr val="lt2"/>
                </a:solidFill>
              </a:defRPr>
            </a:lvl3pPr>
            <a:lvl4pPr>
              <a:defRPr>
                <a:solidFill>
                  <a:schemeClr val="lt2"/>
                </a:solidFill>
              </a:defRPr>
            </a:lvl4pPr>
            <a:lvl5pPr>
              <a:defRPr>
                <a:solidFill>
                  <a:schemeClr val="lt2"/>
                </a:solidFill>
              </a:defRPr>
            </a:lvl5pPr>
            <a:lvl6pPr>
              <a:defRPr>
                <a:solidFill>
                  <a:schemeClr val="lt2"/>
                </a:solidFill>
              </a:defRPr>
            </a:lvl6pPr>
            <a:lvl7pPr>
              <a:defRPr>
                <a:solidFill>
                  <a:schemeClr val="lt2"/>
                </a:solidFill>
              </a:defRPr>
            </a:lvl7pPr>
            <a:lvl8pPr>
              <a:defRPr>
                <a:solidFill>
                  <a:schemeClr val="lt2"/>
                </a:solidFill>
              </a:defRPr>
            </a:lvl8pPr>
            <a:lvl9pPr>
              <a:defRPr>
                <a:solidFill>
                  <a:schemeClr val="lt2"/>
                </a:solidFill>
              </a:defRPr>
            </a:lvl9pPr>
          </a:lstStyle>
          <a:p>
            <a:pPr lvl="0"/>
            <a:r>
              <a:rPr lang="nl-NL" dirty="0"/>
              <a:t>Klik om onderwerp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2" name="Title 1">
            <a:extLst>
              <a:ext uri="{FF2B5EF4-FFF2-40B4-BE49-F238E27FC236}">
                <a16:creationId xmlns:a16="http://schemas.microsoft.com/office/drawing/2014/main" id="{61173B62-3AC5-E42A-58D7-F381B96F8296}"/>
              </a:ext>
            </a:extLst>
          </p:cNvPr>
          <p:cNvSpPr>
            <a:spLocks noGrp="1"/>
          </p:cNvSpPr>
          <p:nvPr>
            <p:ph type="title" hasCustomPrompt="1"/>
            <p:custDataLst>
              <p:custData r:id="rId4"/>
            </p:custDataLst>
          </p:nvPr>
        </p:nvSpPr>
        <p:spPr>
          <a:xfrm>
            <a:off x="457200" y="381600"/>
            <a:ext cx="5518800" cy="5904000"/>
          </a:xfrm>
          <a:prstGeom prst="rect">
            <a:avLst/>
          </a:prstGeom>
        </p:spPr>
        <p:txBody>
          <a:bodyPr anchor="t" anchorCtr="0"/>
          <a:lstStyle>
            <a:lvl1pPr>
              <a:defRPr sz="6400" b="0" i="0">
                <a:solidFill>
                  <a:schemeClr val="lt2"/>
                </a:solidFill>
                <a:latin typeface="+mj-lt"/>
              </a:defRPr>
            </a:lvl1pPr>
          </a:lstStyle>
          <a:p>
            <a:r>
              <a:rPr lang="nl-NL"/>
              <a:t>Agenda</a:t>
            </a:r>
            <a:endParaRPr lang="nl-NL" dirty="0"/>
          </a:p>
        </p:txBody>
      </p:sp>
      <p:pic>
        <p:nvPicPr>
          <p:cNvPr id="4" name="ContentLogo_WHITE" descr="The Mercer company logo.">
            <a:extLst>
              <a:ext uri="{FF2B5EF4-FFF2-40B4-BE49-F238E27FC236}">
                <a16:creationId xmlns:a16="http://schemas.microsoft.com/office/drawing/2014/main" id="{990B249F-CC35-66F8-D51E-E695550ED233}"/>
              </a:ext>
            </a:extLst>
          </p:cNvPr>
          <p:cNvPicPr>
            <a:picLocks noChangeAspect="1"/>
          </p:cNvPicPr>
          <p:nvPr userDrawn="1"/>
        </p:nvPicPr>
        <p:blipFill>
          <a:blip r:embed="rId6"/>
          <a:stretch>
            <a:fillRect/>
          </a:stretch>
        </p:blipFill>
        <p:spPr bwMode="invGray">
          <a:xfrm>
            <a:off x="457200" y="6537960"/>
            <a:ext cx="752858" cy="164592"/>
          </a:xfrm>
          <a:prstGeom prst="rect">
            <a:avLst/>
          </a:prstGeom>
        </p:spPr>
      </p:pic>
      <p:pic>
        <p:nvPicPr>
          <p:cNvPr id="7" name="ContentLogo_COLOUR" descr="The Mercer company logo." hidden="1">
            <a:extLst>
              <a:ext uri="{FF2B5EF4-FFF2-40B4-BE49-F238E27FC236}">
                <a16:creationId xmlns:a16="http://schemas.microsoft.com/office/drawing/2014/main" id="{C093E967-8AF6-117C-0769-5EA87F236C49}"/>
              </a:ext>
            </a:extLst>
          </p:cNvPr>
          <p:cNvPicPr>
            <a:picLocks noChangeAspect="1"/>
          </p:cNvPicPr>
          <p:nvPr userDrawn="1"/>
        </p:nvPicPr>
        <p:blipFill>
          <a:blip r:embed="rId7"/>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39149379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Divider Slide" type="secHead" preserve="1">
  <p:cSld name="Divider Slide">
    <p:bg>
      <p:bgPr>
        <a:solidFill>
          <a:schemeClr val="lt2"/>
        </a:solidFill>
        <a:effectLst/>
      </p:bgPr>
    </p:b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4F761A1B-C4CA-BC05-524B-40620F1040C4}"/>
              </a:ext>
            </a:extLst>
          </p:cNvPr>
          <p:cNvSpPr>
            <a:spLocks noGrp="1"/>
          </p:cNvSpPr>
          <p:nvPr>
            <p:ph type="body" sz="quarter" idx="10" hasCustomPrompt="1"/>
            <p:custDataLst>
              <p:custData r:id="rId2"/>
            </p:custDataLst>
          </p:nvPr>
        </p:nvSpPr>
        <p:spPr>
          <a:xfrm>
            <a:off x="7412400" y="2493304"/>
            <a:ext cx="4322400" cy="5032017"/>
          </a:xfrm>
        </p:spPr>
        <p:txBody>
          <a:bodyPr anchor="b"/>
          <a:lstStyle>
            <a:lvl1pPr marL="0" indent="0" algn="r">
              <a:buNone/>
              <a:defRPr sz="24200" b="0" i="0">
                <a:solidFill>
                  <a:schemeClr val="dk1"/>
                </a:solidFill>
                <a:latin typeface="+mj-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nl-NL"/>
              <a:t>#</a:t>
            </a:r>
            <a:endParaRPr lang="nl-NL" dirty="0"/>
          </a:p>
        </p:txBody>
      </p:sp>
      <p:sp>
        <p:nvSpPr>
          <p:cNvPr id="5" name="Title 2">
            <a:extLst>
              <a:ext uri="{FF2B5EF4-FFF2-40B4-BE49-F238E27FC236}">
                <a16:creationId xmlns:a16="http://schemas.microsoft.com/office/drawing/2014/main" id="{2ED18453-854E-C783-5410-0CF0975ADEC1}"/>
              </a:ext>
            </a:extLst>
          </p:cNvPr>
          <p:cNvSpPr>
            <a:spLocks noGrp="1"/>
          </p:cNvSpPr>
          <p:nvPr>
            <p:ph type="title" hasCustomPrompt="1"/>
            <p:custDataLst>
              <p:custData r:id="rId3"/>
            </p:custDataLst>
          </p:nvPr>
        </p:nvSpPr>
        <p:spPr>
          <a:xfrm>
            <a:off x="457200" y="381600"/>
            <a:ext cx="5752800" cy="5660246"/>
          </a:xfrm>
          <a:prstGeom prst="rect">
            <a:avLst/>
          </a:prstGeom>
        </p:spPr>
        <p:txBody>
          <a:bodyPr anchor="t" anchorCtr="0"/>
          <a:lstStyle>
            <a:lvl1pPr>
              <a:defRPr sz="6400" b="0" i="0">
                <a:solidFill>
                  <a:schemeClr val="dk1"/>
                </a:solidFill>
                <a:latin typeface="+mj-lt"/>
              </a:defRPr>
            </a:lvl1pPr>
          </a:lstStyle>
          <a:p>
            <a:r>
              <a:rPr lang="nl-NL" dirty="0"/>
              <a:t>Klik om titel toe </a:t>
            </a:r>
            <a:r>
              <a:rPr lang="nl-NL"/>
              <a:t>te voegen</a:t>
            </a:r>
            <a:endParaRPr lang="nl-NL" dirty="0"/>
          </a:p>
        </p:txBody>
      </p:sp>
      <p:pic>
        <p:nvPicPr>
          <p:cNvPr id="3" name="ContentLogo_WHITE" descr="The Mercer company logo." hidden="1">
            <a:extLst>
              <a:ext uri="{FF2B5EF4-FFF2-40B4-BE49-F238E27FC236}">
                <a16:creationId xmlns:a16="http://schemas.microsoft.com/office/drawing/2014/main" id="{A3FA0170-B807-4F38-FCED-3F0DF223F0C2}"/>
              </a:ext>
            </a:extLst>
          </p:cNvPr>
          <p:cNvPicPr>
            <a:picLocks noChangeAspect="1"/>
          </p:cNvPicPr>
          <p:nvPr userDrawn="1"/>
        </p:nvPicPr>
        <p:blipFill>
          <a:blip r:embed="rId5"/>
          <a:stretch>
            <a:fillRect/>
          </a:stretch>
        </p:blipFill>
        <p:spPr bwMode="invGray">
          <a:xfrm>
            <a:off x="457200" y="6537960"/>
            <a:ext cx="752858" cy="164592"/>
          </a:xfrm>
          <a:prstGeom prst="rect">
            <a:avLst/>
          </a:prstGeom>
        </p:spPr>
      </p:pic>
      <p:pic>
        <p:nvPicPr>
          <p:cNvPr id="6" name="ContentLogo_COLOUR" descr="The Mercer company logo.">
            <a:extLst>
              <a:ext uri="{FF2B5EF4-FFF2-40B4-BE49-F238E27FC236}">
                <a16:creationId xmlns:a16="http://schemas.microsoft.com/office/drawing/2014/main" id="{9354335B-510C-A2EB-9441-A892514DCF46}"/>
              </a:ext>
            </a:extLst>
          </p:cNvPr>
          <p:cNvPicPr>
            <a:picLocks noChangeAspect="1"/>
          </p:cNvPicPr>
          <p:nvPr userDrawn="1"/>
        </p:nvPicPr>
        <p:blipFill>
          <a:blip r:embed="rId6"/>
          <a:stretch>
            <a:fillRect/>
          </a:stretch>
        </p:blipFill>
        <p:spPr bwMode="invGray">
          <a:xfrm>
            <a:off x="457200" y="6537960"/>
            <a:ext cx="752858" cy="164592"/>
          </a:xfrm>
          <a:prstGeom prst="rect">
            <a:avLst/>
          </a:prstGeom>
        </p:spPr>
      </p:pic>
    </p:spTree>
    <p:custDataLst>
      <p:custData r:id="rId1"/>
    </p:custDataLst>
    <p:extLst>
      <p:ext uri="{BB962C8B-B14F-4D97-AF65-F5344CB8AC3E}">
        <p14:creationId xmlns:p14="http://schemas.microsoft.com/office/powerpoint/2010/main" val="30904864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Back Cover" preserve="1" userDrawn="1">
  <p:cSld name="Back Cover">
    <p:bg>
      <p:bgPr>
        <a:solidFill>
          <a:schemeClr val="lt2"/>
        </a:solidFill>
        <a:effectLst/>
      </p:bgPr>
    </p:bg>
    <p:spTree>
      <p:nvGrpSpPr>
        <p:cNvPr id="1" name=""/>
        <p:cNvGrpSpPr/>
        <p:nvPr/>
      </p:nvGrpSpPr>
      <p:grpSpPr>
        <a:xfrm>
          <a:off x="0" y="0"/>
          <a:ext cx="0" cy="0"/>
          <a:chOff x="0" y="0"/>
          <a:chExt cx="0" cy="0"/>
        </a:xfrm>
      </p:grpSpPr>
      <p:sp>
        <p:nvSpPr>
          <p:cNvPr id="6" name="FileRef" hidden="1">
            <a:extLst>
              <a:ext uri="{FF2B5EF4-FFF2-40B4-BE49-F238E27FC236}">
                <a16:creationId xmlns:a16="http://schemas.microsoft.com/office/drawing/2014/main" id="{09BA50B2-6484-EC4D-AF6E-8573FB70C5FE}"/>
              </a:ext>
            </a:extLst>
          </p:cNvPr>
          <p:cNvSpPr txBox="1"/>
          <p:nvPr userDrawn="1">
            <p:custDataLst>
              <p:custData r:id="rId2"/>
            </p:custDataLst>
          </p:nvPr>
        </p:nvSpPr>
        <p:spPr>
          <a:xfrm>
            <a:off x="6210000" y="5382000"/>
            <a:ext cx="5526000" cy="396000"/>
          </a:xfrm>
          <a:prstGeom prst="rect">
            <a:avLst/>
          </a:prstGeom>
          <a:noFill/>
        </p:spPr>
        <p:txBody>
          <a:bodyPr wrap="none" lIns="0" tIns="0" rIns="0" bIns="0" rtlCol="0" anchor="b" anchorCtr="0">
            <a:noAutofit/>
          </a:bodyPr>
          <a:lstStyle/>
          <a:p>
            <a:pPr indent="-457200" algn="r">
              <a:spcBef>
                <a:spcPts val="1800"/>
              </a:spcBef>
            </a:pPr>
            <a:r>
              <a:rPr lang="nl-NL" sz="800">
                <a:solidFill>
                  <a:schemeClr val="dk1"/>
                </a:solidFill>
              </a:rPr>
              <a:t>{FileRef}</a:t>
            </a:r>
            <a:endParaRPr lang="nl-NL" sz="800" dirty="0">
              <a:solidFill>
                <a:schemeClr val="dk1"/>
              </a:solidFill>
            </a:endParaRPr>
          </a:p>
        </p:txBody>
      </p:sp>
      <p:sp>
        <p:nvSpPr>
          <p:cNvPr id="16" name="Text Placeholder 11">
            <a:extLst>
              <a:ext uri="{FF2B5EF4-FFF2-40B4-BE49-F238E27FC236}">
                <a16:creationId xmlns:a16="http://schemas.microsoft.com/office/drawing/2014/main" id="{19BC8DB0-975F-CCF8-758D-35DEB9A76936}"/>
              </a:ext>
            </a:extLst>
          </p:cNvPr>
          <p:cNvSpPr>
            <a:spLocks noGrp="1"/>
          </p:cNvSpPr>
          <p:nvPr>
            <p:ph type="body" sz="quarter" idx="10" hasCustomPrompt="1"/>
            <p:custDataLst>
              <p:custData r:id="rId3"/>
            </p:custDataLst>
          </p:nvPr>
        </p:nvSpPr>
        <p:spPr>
          <a:xfrm>
            <a:off x="457200" y="1411200"/>
            <a:ext cx="11278800" cy="4166640"/>
          </a:xfrm>
          <a:prstGeom prst="rect">
            <a:avLst/>
          </a:prstGeom>
        </p:spPr>
        <p:txBody>
          <a:bodyPr lIns="0" tIns="0" rIns="0" bIns="0" anchor="t" anchorCtr="0">
            <a:normAutofit/>
          </a:bodyPr>
          <a:lstStyle>
            <a:lvl1pPr marL="0" indent="0">
              <a:spcBef>
                <a:spcPts val="0"/>
              </a:spcBef>
              <a:spcAft>
                <a:spcPts val="400"/>
              </a:spcAft>
              <a:buNone/>
              <a:defRPr sz="800">
                <a:solidFill>
                  <a:schemeClr val="dk1"/>
                </a:solidFill>
              </a:defRPr>
            </a:lvl1pPr>
          </a:lstStyle>
          <a:p>
            <a:pPr lvl="0"/>
            <a:r>
              <a:rPr lang="nl-NL" dirty="0"/>
              <a:t>Klik om optionele disclaimer toe </a:t>
            </a:r>
            <a:r>
              <a:rPr lang="nl-NL"/>
              <a:t>te voegen</a:t>
            </a:r>
            <a:endParaRPr lang="nl-NL" dirty="0"/>
          </a:p>
        </p:txBody>
      </p:sp>
      <p:sp>
        <p:nvSpPr>
          <p:cNvPr id="18" name="Purpose">
            <a:extLst>
              <a:ext uri="{FF2B5EF4-FFF2-40B4-BE49-F238E27FC236}">
                <a16:creationId xmlns:a16="http://schemas.microsoft.com/office/drawing/2014/main" id="{33265701-6D53-6A3D-4181-B4BB94559EC0}"/>
              </a:ext>
            </a:extLst>
          </p:cNvPr>
          <p:cNvSpPr/>
          <p:nvPr userDrawn="1">
            <p:custDataLst>
              <p:custData r:id="rId4"/>
            </p:custDataLst>
          </p:nvPr>
        </p:nvSpPr>
        <p:spPr>
          <a:xfrm>
            <a:off x="457200" y="6055200"/>
            <a:ext cx="11278800" cy="486144"/>
          </a:xfrm>
          <a:prstGeom prst="rect">
            <a:avLst/>
          </a:prstGeom>
          <a:noFill/>
          <a:ln/>
        </p:spPr>
        <p:txBody>
          <a:bodyPr wrap="square" lIns="0" tIns="0" rIns="0" bIns="0" rtlCol="0" anchor="t">
            <a:normAutofit/>
          </a:bodyPr>
          <a:lstStyle/>
          <a:p>
            <a:pPr algn="r">
              <a:lnSpc>
                <a:spcPct val="120000"/>
              </a:lnSpc>
              <a:spcAft>
                <a:spcPts val="0"/>
              </a:spcAft>
            </a:pPr>
            <a:r>
              <a:rPr lang="nl-NL" sz="1100">
                <a:solidFill>
                  <a:schemeClr val="dk1"/>
                </a:solidFill>
                <a:latin typeface="+mn-lt"/>
                <a:ea typeface="Noto Sans" pitchFamily="34" charset="-122"/>
                <a:cs typeface="Arial" panose="020B0604020202020204" pitchFamily="34" charset="0"/>
              </a:rPr>
              <a:t>We are leaders in risk, strategy and people. One company united by a shared</a:t>
            </a:r>
          </a:p>
          <a:p>
            <a:pPr algn="r">
              <a:lnSpc>
                <a:spcPct val="120000"/>
              </a:lnSpc>
              <a:spcAft>
                <a:spcPts val="0"/>
              </a:spcAft>
            </a:pPr>
            <a:r>
              <a:rPr lang="nl-NL" sz="1100">
                <a:solidFill>
                  <a:schemeClr val="dk1"/>
                </a:solidFill>
                <a:latin typeface="+mn-lt"/>
                <a:ea typeface="Noto Sans" pitchFamily="34" charset="-122"/>
                <a:cs typeface="Arial" panose="020B0604020202020204" pitchFamily="34" charset="0"/>
              </a:rPr>
              <a:t>purpose to build the confidence to thrive through the power of perspective.</a:t>
            </a:r>
            <a:endParaRPr lang="nl-NL" sz="1100" dirty="0">
              <a:solidFill>
                <a:schemeClr val="dk1"/>
              </a:solidFill>
              <a:latin typeface="+mn-lt"/>
            </a:endParaRPr>
          </a:p>
        </p:txBody>
      </p:sp>
      <p:sp>
        <p:nvSpPr>
          <p:cNvPr id="2" name="Slide Number Placeholder 3">
            <a:extLst>
              <a:ext uri="{FF2B5EF4-FFF2-40B4-BE49-F238E27FC236}">
                <a16:creationId xmlns:a16="http://schemas.microsoft.com/office/drawing/2014/main" id="{DE383406-A41F-86A0-6C9B-01677B288AC4}"/>
              </a:ext>
            </a:extLst>
          </p:cNvPr>
          <p:cNvSpPr txBox="1">
            <a:spLocks/>
          </p:cNvSpPr>
          <p:nvPr userDrawn="1">
            <p:custDataLst>
              <p:custData r:id="rId5"/>
            </p:custDataLst>
          </p:nvPr>
        </p:nvSpPr>
        <p:spPr>
          <a:xfrm>
            <a:off x="6210000" y="6602400"/>
            <a:ext cx="55260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dk1"/>
                </a:solidFill>
              </a:rPr>
              <a:t>© 2026 Marsh. Alle rechten </a:t>
            </a:r>
            <a:r>
              <a:rPr lang="nl-NL" sz="700">
                <a:solidFill>
                  <a:schemeClr val="dk1"/>
                </a:solidFill>
              </a:rPr>
              <a:t>voorbehouden.</a:t>
            </a:r>
            <a:endParaRPr lang="nl-NL" sz="700" dirty="0">
              <a:solidFill>
                <a:schemeClr val="dk1"/>
              </a:solidFill>
            </a:endParaRPr>
          </a:p>
        </p:txBody>
      </p:sp>
      <p:pic>
        <p:nvPicPr>
          <p:cNvPr id="4" name="MainBackLogo_WHITE" descr="The Mercer company logo." hidden="1">
            <a:extLst>
              <a:ext uri="{FF2B5EF4-FFF2-40B4-BE49-F238E27FC236}">
                <a16:creationId xmlns:a16="http://schemas.microsoft.com/office/drawing/2014/main" id="{F7B4AEB4-2DDD-5973-8D6D-117BE8D6656E}"/>
              </a:ext>
            </a:extLst>
          </p:cNvPr>
          <p:cNvPicPr>
            <a:picLocks noChangeAspect="1"/>
          </p:cNvPicPr>
          <p:nvPr userDrawn="1"/>
        </p:nvPicPr>
        <p:blipFill>
          <a:blip r:embed="rId7"/>
          <a:stretch>
            <a:fillRect/>
          </a:stretch>
        </p:blipFill>
        <p:spPr bwMode="invGray">
          <a:xfrm>
            <a:off x="457200" y="457200"/>
            <a:ext cx="1673355" cy="365761"/>
          </a:xfrm>
          <a:prstGeom prst="rect">
            <a:avLst/>
          </a:prstGeom>
        </p:spPr>
      </p:pic>
      <p:pic>
        <p:nvPicPr>
          <p:cNvPr id="7" name="MainBackLogo_COLOUR" descr="The Mercer company logo.">
            <a:extLst>
              <a:ext uri="{FF2B5EF4-FFF2-40B4-BE49-F238E27FC236}">
                <a16:creationId xmlns:a16="http://schemas.microsoft.com/office/drawing/2014/main" id="{7DC1FA59-66BC-EC49-6860-94212DB1516F}"/>
              </a:ext>
            </a:extLst>
          </p:cNvPr>
          <p:cNvPicPr>
            <a:picLocks noChangeAspect="1"/>
          </p:cNvPicPr>
          <p:nvPr userDrawn="1"/>
        </p:nvPicPr>
        <p:blipFill>
          <a:blip r:embed="rId8"/>
          <a:stretch>
            <a:fillRect/>
          </a:stretch>
        </p:blipFill>
        <p:spPr bwMode="invGray">
          <a:xfrm>
            <a:off x="457200" y="457200"/>
            <a:ext cx="1673355" cy="365761"/>
          </a:xfrm>
          <a:prstGeom prst="rect">
            <a:avLst/>
          </a:prstGeom>
        </p:spPr>
      </p:pic>
    </p:spTree>
    <p:custDataLst>
      <p:custData r:id="rId1"/>
    </p:custDataLst>
    <p:extLst>
      <p:ext uri="{BB962C8B-B14F-4D97-AF65-F5344CB8AC3E}">
        <p14:creationId xmlns:p14="http://schemas.microsoft.com/office/powerpoint/2010/main" val="41339955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Slide">
    <p:bg>
      <p:bgPr>
        <a:solidFill>
          <a:schemeClr val="l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2566800"/>
            <a:ext cx="6906703" cy="880153"/>
          </a:xfrm>
          <a:prstGeom prst="rect">
            <a:avLst/>
          </a:prstGeom>
        </p:spPr>
        <p:txBody>
          <a:bodyPr vert="horz" lIns="0" tIns="0" rIns="0" bIns="0" anchor="b"/>
          <a:lstStyle>
            <a:lvl1pPr>
              <a:lnSpc>
                <a:spcPct val="90000"/>
              </a:lnSpc>
              <a:defRPr sz="4000" b="0" i="0" cap="none" baseline="0">
                <a:solidFill>
                  <a:schemeClr val="dk1"/>
                </a:solidFill>
                <a:latin typeface="+mj-lt"/>
                <a:cs typeface="Georgia Pro Light" panose="02040302050405020303" pitchFamily="18" charset="0"/>
              </a:defRPr>
            </a:lvl1pPr>
          </a:lstStyle>
          <a:p>
            <a:r>
              <a:rPr lang="nl-NL"/>
              <a:t>Hoofdtitel</a:t>
            </a:r>
            <a:endParaRPr lang="nl-NL" dirty="0"/>
          </a:p>
        </p:txBody>
      </p:sp>
      <p:sp>
        <p:nvSpPr>
          <p:cNvPr id="3" name="Subtitle"/>
          <p:cNvSpPr>
            <a:spLocks noGrp="1"/>
          </p:cNvSpPr>
          <p:nvPr>
            <p:ph type="subTitle" idx="1" hasCustomPrompt="1"/>
          </p:nvPr>
        </p:nvSpPr>
        <p:spPr>
          <a:xfrm>
            <a:off x="7533764" y="2566800"/>
            <a:ext cx="4201201" cy="340038"/>
          </a:xfrm>
        </p:spPr>
        <p:txBody>
          <a:bodyPr anchor="b" anchorCtr="0"/>
          <a:lstStyle>
            <a:lvl1pPr marL="0" indent="0" algn="r">
              <a:lnSpc>
                <a:spcPct val="100000"/>
              </a:lnSpc>
              <a:spcBef>
                <a:spcPts val="0"/>
              </a:spcBef>
              <a:spcAft>
                <a:spcPts val="0"/>
              </a:spcAft>
              <a:buNone/>
              <a:defRPr sz="1200" cap="none">
                <a:solidFill>
                  <a:schemeClr val="dk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Ondertitel</a:t>
            </a:r>
            <a:endParaRPr lang="nl-NL" dirty="0"/>
          </a:p>
        </p:txBody>
      </p:sp>
      <p:sp>
        <p:nvSpPr>
          <p:cNvPr id="9" name="Text Placeholder 8">
            <a:extLst>
              <a:ext uri="{FF2B5EF4-FFF2-40B4-BE49-F238E27FC236}">
                <a16:creationId xmlns:a16="http://schemas.microsoft.com/office/drawing/2014/main" id="{538E4E92-9AFC-8F34-D178-F85738EE60B0}"/>
              </a:ext>
            </a:extLst>
          </p:cNvPr>
          <p:cNvSpPr>
            <a:spLocks noGrp="1"/>
          </p:cNvSpPr>
          <p:nvPr>
            <p:ph type="body" sz="quarter" idx="10" hasCustomPrompt="1"/>
          </p:nvPr>
        </p:nvSpPr>
        <p:spPr>
          <a:xfrm>
            <a:off x="7533766" y="2955600"/>
            <a:ext cx="4202235" cy="388800"/>
          </a:xfrm>
        </p:spPr>
        <p:txBody>
          <a:bodyPr anchor="b" anchorCtr="0"/>
          <a:lstStyle>
            <a:lvl1pPr marL="0" indent="0" algn="r">
              <a:buNone/>
              <a:defRPr sz="1200">
                <a:solidFill>
                  <a:schemeClr val="dk1"/>
                </a:solidFill>
              </a:defRPr>
            </a:lvl1pPr>
          </a:lstStyle>
          <a:p>
            <a:pPr lvl="0"/>
            <a:r>
              <a:rPr lang="nl-NL"/>
              <a:t>Presenter</a:t>
            </a:r>
            <a:endParaRPr lang="nl-NL" dirty="0"/>
          </a:p>
        </p:txBody>
      </p:sp>
      <p:sp>
        <p:nvSpPr>
          <p:cNvPr id="11" name="Text Placeholder 10">
            <a:extLst>
              <a:ext uri="{FF2B5EF4-FFF2-40B4-BE49-F238E27FC236}">
                <a16:creationId xmlns:a16="http://schemas.microsoft.com/office/drawing/2014/main" id="{5804D60C-57AB-68C3-4AB4-908C9DFEFAD1}"/>
              </a:ext>
            </a:extLst>
          </p:cNvPr>
          <p:cNvSpPr>
            <a:spLocks noGrp="1"/>
          </p:cNvSpPr>
          <p:nvPr>
            <p:ph type="body" sz="quarter" idx="11" hasCustomPrompt="1"/>
          </p:nvPr>
        </p:nvSpPr>
        <p:spPr>
          <a:xfrm>
            <a:off x="7533764" y="428400"/>
            <a:ext cx="4202235" cy="536400"/>
          </a:xfrm>
        </p:spPr>
        <p:txBody>
          <a:bodyPr anchor="t"/>
          <a:lstStyle>
            <a:lvl1pPr marL="0" indent="0" algn="r">
              <a:buNone/>
              <a:defRPr sz="1000">
                <a:solidFill>
                  <a:schemeClr val="dk1"/>
                </a:solidFill>
              </a:defRPr>
            </a:lvl1pPr>
          </a:lstStyle>
          <a:p>
            <a:pPr lvl="0"/>
            <a:r>
              <a:rPr lang="nl-NL"/>
              <a:t>DATE</a:t>
            </a:r>
            <a:endParaRPr lang="nl-NL" dirty="0"/>
          </a:p>
        </p:txBody>
      </p:sp>
      <p:sp>
        <p:nvSpPr>
          <p:cNvPr id="4" name="FrameImage" descr="PowerPoint default image Sky Blue: PowerPoint default image Sky Blue.">
            <a:extLst>
              <a:ext uri="{FF2B5EF4-FFF2-40B4-BE49-F238E27FC236}">
                <a16:creationId xmlns:a16="http://schemas.microsoft.com/office/drawing/2014/main" id="{2D311B1E-6C67-7F54-F36A-7E2D1B6912CA}"/>
              </a:ext>
            </a:extLst>
          </p:cNvPr>
          <p:cNvSpPr/>
          <p:nvPr userDrawn="1"/>
        </p:nvSpPr>
        <p:spPr>
          <a:xfrm>
            <a:off x="457200" y="3542400"/>
            <a:ext cx="11278800" cy="3315600"/>
          </a:xfrm>
          <a:prstGeom prst="rect">
            <a:avLst/>
          </a:prstGeom>
          <a:blipFill>
            <a:blip r:embed="rId2"/>
            <a:stretch>
              <a:fillRect t="-45674" b="-45674"/>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endParaRPr>
          </a:p>
        </p:txBody>
      </p:sp>
      <p:pic>
        <p:nvPicPr>
          <p:cNvPr id="6" name="CoverMainLogo_WHITE" descr="The Mercer company logo." hidden="1">
            <a:extLst>
              <a:ext uri="{FF2B5EF4-FFF2-40B4-BE49-F238E27FC236}">
                <a16:creationId xmlns:a16="http://schemas.microsoft.com/office/drawing/2014/main" id="{18067300-E5E1-89FF-C871-8DF3AE9083D5}"/>
              </a:ext>
            </a:extLst>
          </p:cNvPr>
          <p:cNvPicPr>
            <a:picLocks noChangeAspect="1"/>
          </p:cNvPicPr>
          <p:nvPr userDrawn="1"/>
        </p:nvPicPr>
        <p:blipFill>
          <a:blip r:embed="rId3"/>
          <a:stretch>
            <a:fillRect/>
          </a:stretch>
        </p:blipFill>
        <p:spPr bwMode="invGray">
          <a:xfrm>
            <a:off x="457200" y="457200"/>
            <a:ext cx="1673355" cy="365761"/>
          </a:xfrm>
          <a:prstGeom prst="rect">
            <a:avLst/>
          </a:prstGeom>
        </p:spPr>
      </p:pic>
      <p:pic>
        <p:nvPicPr>
          <p:cNvPr id="8" name="CoverMainLogo_COLOUR" descr="The Mercer company logo.">
            <a:extLst>
              <a:ext uri="{FF2B5EF4-FFF2-40B4-BE49-F238E27FC236}">
                <a16:creationId xmlns:a16="http://schemas.microsoft.com/office/drawing/2014/main" id="{B5C12CDB-6476-6223-D39D-45C408F291B5}"/>
              </a:ext>
            </a:extLst>
          </p:cNvPr>
          <p:cNvPicPr>
            <a:picLocks noChangeAspect="1"/>
          </p:cNvPicPr>
          <p:nvPr userDrawn="1"/>
        </p:nvPicPr>
        <p:blipFill>
          <a:blip r:embed="rId4"/>
          <a:stretch>
            <a:fillRect/>
          </a:stretch>
        </p:blipFill>
        <p:spPr bwMode="invGray">
          <a:xfrm>
            <a:off x="457200" y="457200"/>
            <a:ext cx="1673355" cy="365761"/>
          </a:xfrm>
          <a:prstGeom prst="rect">
            <a:avLst/>
          </a:prstGeom>
        </p:spPr>
      </p:pic>
    </p:spTree>
    <p:extLst>
      <p:ext uri="{BB962C8B-B14F-4D97-AF65-F5344CB8AC3E}">
        <p14:creationId xmlns:p14="http://schemas.microsoft.com/office/powerpoint/2010/main" val="15831947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4400" y="1411200"/>
            <a:ext cx="11271600" cy="4878000"/>
          </a:xfrm>
        </p:spPr>
        <p:txBody>
          <a:bodyPr/>
          <a:lstStyle>
            <a:lvl1pPr>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2" name="Text Placeholder 6">
            <a:extLst>
              <a:ext uri="{FF2B5EF4-FFF2-40B4-BE49-F238E27FC236}">
                <a16:creationId xmlns:a16="http://schemas.microsoft.com/office/drawing/2014/main" id="{1DBFA167-EBBB-980F-D592-144B4E0B90D0}"/>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4" name="Title 3">
            <a:extLst>
              <a:ext uri="{FF2B5EF4-FFF2-40B4-BE49-F238E27FC236}">
                <a16:creationId xmlns:a16="http://schemas.microsoft.com/office/drawing/2014/main" id="{E3687A39-A1EB-59AA-2F79-DB2DEA0CF268}"/>
              </a:ext>
            </a:extLst>
          </p:cNvPr>
          <p:cNvSpPr>
            <a:spLocks noGrp="1"/>
          </p:cNvSpPr>
          <p:nvPr>
            <p:ph type="title" hasCustomPrompt="1"/>
          </p:nvPr>
        </p:nvSpPr>
        <p:spPr/>
        <p:txBody>
          <a:bodyPr/>
          <a:lstStyle>
            <a:lvl1pPr>
              <a:defRPr/>
            </a:lvl1pPr>
          </a:lstStyle>
          <a:p>
            <a:r>
              <a:rPr lang="nl-NL" dirty="0"/>
              <a:t>Klik om titel toe </a:t>
            </a:r>
            <a:r>
              <a:rPr lang="nl-NL"/>
              <a:t>te voegen</a:t>
            </a:r>
            <a:endParaRPr lang="nl-NL" dirty="0"/>
          </a:p>
        </p:txBody>
      </p:sp>
      <p:sp>
        <p:nvSpPr>
          <p:cNvPr id="6" name="Footer Placeholder 5">
            <a:extLst>
              <a:ext uri="{FF2B5EF4-FFF2-40B4-BE49-F238E27FC236}">
                <a16:creationId xmlns:a16="http://schemas.microsoft.com/office/drawing/2014/main" id="{BCFA0953-CC8E-69D0-A82A-0F0F688129BE}"/>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7F2132D5-5186-04AF-22B7-C3D719B1D91C}"/>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7600072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 Midnight blue" type="obj">
  <p:cSld name="Title and Content - Midnight blue">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4400" y="1411200"/>
            <a:ext cx="11271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2" name="Text Placeholder 6">
            <a:extLst>
              <a:ext uri="{FF2B5EF4-FFF2-40B4-BE49-F238E27FC236}">
                <a16:creationId xmlns:a16="http://schemas.microsoft.com/office/drawing/2014/main" id="{1DBFA167-EBBB-980F-D592-144B4E0B90D0}"/>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4" name="Title 3">
            <a:extLst>
              <a:ext uri="{FF2B5EF4-FFF2-40B4-BE49-F238E27FC236}">
                <a16:creationId xmlns:a16="http://schemas.microsoft.com/office/drawing/2014/main" id="{E3687A39-A1EB-59AA-2F79-DB2DEA0CF268}"/>
              </a:ext>
            </a:extLst>
          </p:cNvPr>
          <p:cNvSpPr>
            <a:spLocks noGrp="1"/>
          </p:cNvSpPr>
          <p:nvPr>
            <p:ph type="title" hasCustomPrompt="1"/>
          </p:nvPr>
        </p:nvSpPr>
        <p:spPr/>
        <p:txBody>
          <a:bodyPr/>
          <a:lstStyle>
            <a:lvl1pPr>
              <a:defRPr>
                <a:solidFill>
                  <a:schemeClr val="bg2"/>
                </a:solidFill>
              </a:defRPr>
            </a:lvl1pPr>
          </a:lstStyle>
          <a:p>
            <a:r>
              <a:rPr lang="nl-NL" dirty="0"/>
              <a:t>Klik om titel toe </a:t>
            </a:r>
            <a:r>
              <a:rPr lang="nl-NL"/>
              <a:t>te voegen</a:t>
            </a:r>
            <a:endParaRPr lang="nl-NL" dirty="0"/>
          </a:p>
        </p:txBody>
      </p:sp>
      <p:sp>
        <p:nvSpPr>
          <p:cNvPr id="6" name="Footer Placeholder 5">
            <a:extLst>
              <a:ext uri="{FF2B5EF4-FFF2-40B4-BE49-F238E27FC236}">
                <a16:creationId xmlns:a16="http://schemas.microsoft.com/office/drawing/2014/main" id="{BCFA0953-CC8E-69D0-A82A-0F0F688129BE}"/>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7" name="Slide Number Placeholder 6">
            <a:extLst>
              <a:ext uri="{FF2B5EF4-FFF2-40B4-BE49-F238E27FC236}">
                <a16:creationId xmlns:a16="http://schemas.microsoft.com/office/drawing/2014/main" id="{7F2132D5-5186-04AF-22B7-C3D719B1D91C}"/>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5" name="Copyright">
            <a:extLst>
              <a:ext uri="{FF2B5EF4-FFF2-40B4-BE49-F238E27FC236}">
                <a16:creationId xmlns:a16="http://schemas.microsoft.com/office/drawing/2014/main" id="{F92ABBA5-F11A-A20B-F506-13C76134F409}"/>
              </a:ext>
            </a:extLst>
          </p:cNvPr>
          <p:cNvSpPr txBox="1">
            <a:spLocks/>
          </p:cNvSpPr>
          <p:nvPr userDrawn="1"/>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8" name="Footer Rule">
            <a:extLst>
              <a:ext uri="{FF2B5EF4-FFF2-40B4-BE49-F238E27FC236}">
                <a16:creationId xmlns:a16="http://schemas.microsoft.com/office/drawing/2014/main" id="{8AAEC330-021D-EEB3-48F8-5219C0ABDC25}"/>
              </a:ext>
            </a:extLst>
          </p:cNvPr>
          <p:cNvSpPr/>
          <p:nvPr userDrawn="1"/>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0" name="ContentLogo_WHITE" descr="The Mercer company logo.">
            <a:extLst>
              <a:ext uri="{FF2B5EF4-FFF2-40B4-BE49-F238E27FC236}">
                <a16:creationId xmlns:a16="http://schemas.microsoft.com/office/drawing/2014/main" id="{8857F12B-555C-A3FE-C77A-D1AFDD7A9072}"/>
              </a:ext>
            </a:extLst>
          </p:cNvPr>
          <p:cNvPicPr>
            <a:picLocks noChangeAspect="1"/>
          </p:cNvPicPr>
          <p:nvPr userDrawn="1"/>
        </p:nvPicPr>
        <p:blipFill>
          <a:blip r:embed="rId2"/>
          <a:stretch>
            <a:fillRect/>
          </a:stretch>
        </p:blipFill>
        <p:spPr bwMode="invGray">
          <a:xfrm>
            <a:off x="457200" y="6537960"/>
            <a:ext cx="752858" cy="164592"/>
          </a:xfrm>
          <a:prstGeom prst="rect">
            <a:avLst/>
          </a:prstGeom>
        </p:spPr>
      </p:pic>
      <p:pic>
        <p:nvPicPr>
          <p:cNvPr id="12" name="ContentLogo_COLOUR" descr="The Mercer company logo." hidden="1">
            <a:extLst>
              <a:ext uri="{FF2B5EF4-FFF2-40B4-BE49-F238E27FC236}">
                <a16:creationId xmlns:a16="http://schemas.microsoft.com/office/drawing/2014/main" id="{9166DBF4-0154-109A-F409-E37E43A57135}"/>
              </a:ext>
            </a:extLst>
          </p:cNvPr>
          <p:cNvPicPr>
            <a:picLocks noChangeAspect="1"/>
          </p:cNvPicPr>
          <p:nvPr userDrawn="1"/>
        </p:nvPicPr>
        <p:blipFill>
          <a:blip r:embed="rId3"/>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35609715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 Sky blue" type="obj">
  <p:cSld name="Title and Content - Sky blue">
    <p:bg>
      <p:bgPr>
        <a:solidFill>
          <a:schemeClr val="bg2"/>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4400" y="1411200"/>
            <a:ext cx="11271600" cy="4878000"/>
          </a:xfrm>
        </p:spPr>
        <p:txBody>
          <a:bodyPr/>
          <a:lstStyle>
            <a:lvl1pPr>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2" name="Text Placeholder 6">
            <a:extLst>
              <a:ext uri="{FF2B5EF4-FFF2-40B4-BE49-F238E27FC236}">
                <a16:creationId xmlns:a16="http://schemas.microsoft.com/office/drawing/2014/main" id="{1DBFA167-EBBB-980F-D592-144B4E0B90D0}"/>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4" name="Title 3">
            <a:extLst>
              <a:ext uri="{FF2B5EF4-FFF2-40B4-BE49-F238E27FC236}">
                <a16:creationId xmlns:a16="http://schemas.microsoft.com/office/drawing/2014/main" id="{E3687A39-A1EB-59AA-2F79-DB2DEA0CF268}"/>
              </a:ext>
            </a:extLst>
          </p:cNvPr>
          <p:cNvSpPr>
            <a:spLocks noGrp="1"/>
          </p:cNvSpPr>
          <p:nvPr>
            <p:ph type="title" hasCustomPrompt="1"/>
          </p:nvPr>
        </p:nvSpPr>
        <p:spPr/>
        <p:txBody>
          <a:bodyPr/>
          <a:lstStyle>
            <a:lvl1pPr>
              <a:defRPr/>
            </a:lvl1pPr>
          </a:lstStyle>
          <a:p>
            <a:r>
              <a:rPr lang="nl-NL" dirty="0"/>
              <a:t>Klik om titel toe </a:t>
            </a:r>
            <a:r>
              <a:rPr lang="nl-NL"/>
              <a:t>te voegen</a:t>
            </a:r>
            <a:endParaRPr lang="nl-NL" dirty="0"/>
          </a:p>
        </p:txBody>
      </p:sp>
      <p:sp>
        <p:nvSpPr>
          <p:cNvPr id="6" name="Footer Placeholder 5">
            <a:extLst>
              <a:ext uri="{FF2B5EF4-FFF2-40B4-BE49-F238E27FC236}">
                <a16:creationId xmlns:a16="http://schemas.microsoft.com/office/drawing/2014/main" id="{BCFA0953-CC8E-69D0-A82A-0F0F688129BE}"/>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7F2132D5-5186-04AF-22B7-C3D719B1D91C}"/>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1952908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nvPr>
        </p:nvSpPr>
        <p:spPr/>
        <p:txBody>
          <a:bodyPr/>
          <a:lstStyle>
            <a:lvl1pPr>
              <a:defRPr/>
            </a:lvl1pPr>
          </a:lstStyle>
          <a:p>
            <a:r>
              <a:rPr lang="nl-NL" dirty="0"/>
              <a:t>Klik om titel toe </a:t>
            </a:r>
            <a:r>
              <a:rPr lang="nl-NL"/>
              <a:t>te voegen</a:t>
            </a:r>
            <a:endParaRPr lang="nl-NL" dirty="0"/>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p>
            <a:endParaRPr lang="nl-NL"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19346865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 Midnight blue" type="titleOnly">
  <p:cSld name="Title Only - Midnight blue">
    <p:bg>
      <p:bgPr>
        <a:solidFill>
          <a:schemeClr val="tx1"/>
        </a:solidFill>
        <a:effectLst/>
      </p:bgPr>
    </p:bg>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nvPr>
        </p:nvSpPr>
        <p:spPr/>
        <p:txBody>
          <a:bodyPr/>
          <a:lstStyle>
            <a:lvl1pPr>
              <a:defRPr>
                <a:solidFill>
                  <a:schemeClr val="bg2"/>
                </a:solidFill>
              </a:defRPr>
            </a:lvl1pPr>
          </a:lstStyle>
          <a:p>
            <a:r>
              <a:rPr lang="nl-NL" dirty="0"/>
              <a:t>Klik om titel toe </a:t>
            </a:r>
            <a:r>
              <a:rPr lang="nl-NL"/>
              <a:t>te voegen</a:t>
            </a:r>
            <a:endParaRPr lang="nl-NL" dirty="0"/>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2" name="Copyright">
            <a:extLst>
              <a:ext uri="{FF2B5EF4-FFF2-40B4-BE49-F238E27FC236}">
                <a16:creationId xmlns:a16="http://schemas.microsoft.com/office/drawing/2014/main" id="{EB3AF6A9-7E05-E41F-9713-EF092F1E159E}"/>
              </a:ext>
            </a:extLst>
          </p:cNvPr>
          <p:cNvSpPr txBox="1">
            <a:spLocks/>
          </p:cNvSpPr>
          <p:nvPr userDrawn="1"/>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7" name="Footer Rule">
            <a:extLst>
              <a:ext uri="{FF2B5EF4-FFF2-40B4-BE49-F238E27FC236}">
                <a16:creationId xmlns:a16="http://schemas.microsoft.com/office/drawing/2014/main" id="{D7C012F9-D6BF-67D1-2BE2-0ED569CBE144}"/>
              </a:ext>
            </a:extLst>
          </p:cNvPr>
          <p:cNvSpPr/>
          <p:nvPr userDrawn="1"/>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9" name="ContentLogo_WHITE" descr="The Mercer company logo.">
            <a:extLst>
              <a:ext uri="{FF2B5EF4-FFF2-40B4-BE49-F238E27FC236}">
                <a16:creationId xmlns:a16="http://schemas.microsoft.com/office/drawing/2014/main" id="{AC021FA7-FFED-B452-1518-D084FC1F4CAF}"/>
              </a:ext>
            </a:extLst>
          </p:cNvPr>
          <p:cNvPicPr>
            <a:picLocks noChangeAspect="1"/>
          </p:cNvPicPr>
          <p:nvPr userDrawn="1"/>
        </p:nvPicPr>
        <p:blipFill>
          <a:blip r:embed="rId2"/>
          <a:stretch>
            <a:fillRect/>
          </a:stretch>
        </p:blipFill>
        <p:spPr bwMode="invGray">
          <a:xfrm>
            <a:off x="457200" y="6537960"/>
            <a:ext cx="752858" cy="164592"/>
          </a:xfrm>
          <a:prstGeom prst="rect">
            <a:avLst/>
          </a:prstGeom>
        </p:spPr>
      </p:pic>
      <p:pic>
        <p:nvPicPr>
          <p:cNvPr id="11" name="ContentLogo_COLOUR" descr="The Mercer company logo." hidden="1">
            <a:extLst>
              <a:ext uri="{FF2B5EF4-FFF2-40B4-BE49-F238E27FC236}">
                <a16:creationId xmlns:a16="http://schemas.microsoft.com/office/drawing/2014/main" id="{4D9E9AED-5EC9-328E-62AE-2F0B17583414}"/>
              </a:ext>
            </a:extLst>
          </p:cNvPr>
          <p:cNvPicPr>
            <a:picLocks noChangeAspect="1"/>
          </p:cNvPicPr>
          <p:nvPr userDrawn="1"/>
        </p:nvPicPr>
        <p:blipFill>
          <a:blip r:embed="rId3"/>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1591545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 Sky blue" type="titleOnly">
  <p:cSld name="Title Only - Sky blue">
    <p:bg>
      <p:bgPr>
        <a:solidFill>
          <a:schemeClr val="bg2"/>
        </a:solidFill>
        <a:effectLst/>
      </p:bgPr>
    </p:bg>
    <p:spTree>
      <p:nvGrpSpPr>
        <p:cNvPr id="1" name=""/>
        <p:cNvGrpSpPr/>
        <p:nvPr/>
      </p:nvGrpSpPr>
      <p:grpSpPr>
        <a:xfrm>
          <a:off x="0" y="0"/>
          <a:ext cx="0" cy="0"/>
          <a:chOff x="0" y="0"/>
          <a:chExt cx="0" cy="0"/>
        </a:xfrm>
      </p:grpSpPr>
      <p:sp>
        <p:nvSpPr>
          <p:cNvPr id="3" name="Text Placeholder 6">
            <a:extLst>
              <a:ext uri="{FF2B5EF4-FFF2-40B4-BE49-F238E27FC236}">
                <a16:creationId xmlns:a16="http://schemas.microsoft.com/office/drawing/2014/main" id="{2422D773-8B6D-F1F5-3CF3-45DA7390341E}"/>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5" name="Title 4">
            <a:extLst>
              <a:ext uri="{FF2B5EF4-FFF2-40B4-BE49-F238E27FC236}">
                <a16:creationId xmlns:a16="http://schemas.microsoft.com/office/drawing/2014/main" id="{3D0397F5-0585-9339-EB8E-57E32F286930}"/>
              </a:ext>
            </a:extLst>
          </p:cNvPr>
          <p:cNvSpPr>
            <a:spLocks noGrp="1"/>
          </p:cNvSpPr>
          <p:nvPr>
            <p:ph type="title" hasCustomPrompt="1"/>
          </p:nvPr>
        </p:nvSpPr>
        <p:spPr/>
        <p:txBody>
          <a:bodyPr/>
          <a:lstStyle>
            <a:lvl1pPr>
              <a:defRPr/>
            </a:lvl1pPr>
          </a:lstStyle>
          <a:p>
            <a:r>
              <a:rPr lang="nl-NL" dirty="0"/>
              <a:t>Klik om titel toe </a:t>
            </a:r>
            <a:r>
              <a:rPr lang="nl-NL"/>
              <a:t>te voegen</a:t>
            </a:r>
            <a:endParaRPr lang="nl-NL" dirty="0"/>
          </a:p>
        </p:txBody>
      </p:sp>
      <p:sp>
        <p:nvSpPr>
          <p:cNvPr id="4" name="Footer Placeholder 3">
            <a:extLst>
              <a:ext uri="{FF2B5EF4-FFF2-40B4-BE49-F238E27FC236}">
                <a16:creationId xmlns:a16="http://schemas.microsoft.com/office/drawing/2014/main" id="{5FCD7FE4-1591-FDD7-05F1-391927293F5A}"/>
              </a:ext>
            </a:extLst>
          </p:cNvPr>
          <p:cNvSpPr>
            <a:spLocks noGrp="1"/>
          </p:cNvSpPr>
          <p:nvPr>
            <p:ph type="ftr" sz="quarter" idx="14"/>
          </p:nvPr>
        </p:nvSpPr>
        <p:spPr/>
        <p:txBody>
          <a:bodyPr/>
          <a:lstStyle/>
          <a:p>
            <a:endParaRPr lang="nl-NL" dirty="0"/>
          </a:p>
        </p:txBody>
      </p:sp>
      <p:sp>
        <p:nvSpPr>
          <p:cNvPr id="6" name="Slide Number Placeholder 5">
            <a:extLst>
              <a:ext uri="{FF2B5EF4-FFF2-40B4-BE49-F238E27FC236}">
                <a16:creationId xmlns:a16="http://schemas.microsoft.com/office/drawing/2014/main" id="{9DE32A24-5C37-B6AA-ED00-F3B697F2CB73}"/>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15291863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513422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Blank - Midnight blue" type="blank">
  <p:cSld name="Blank - Midnight blu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3019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Blank - Sky blue" type="blank">
  <p:cSld name="Blank - Sky blue">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26908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nvPr>
        </p:nvSpPr>
        <p:spPr>
          <a:xfrm>
            <a:off x="62100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23706062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wo Content - Midnight blue" type="twoObj">
  <p:cSld name="Two Content - Midnight blue">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411200"/>
            <a:ext cx="5526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nvPr>
        </p:nvSpPr>
        <p:spPr>
          <a:xfrm>
            <a:off x="6210000" y="1411200"/>
            <a:ext cx="5526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p:txBody>
          <a:bodyPr/>
          <a:lstStyle>
            <a:lvl1pPr>
              <a:defRPr>
                <a:solidFill>
                  <a:schemeClr val="bg2"/>
                </a:solidFill>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2" name="Copyright">
            <a:extLst>
              <a:ext uri="{FF2B5EF4-FFF2-40B4-BE49-F238E27FC236}">
                <a16:creationId xmlns:a16="http://schemas.microsoft.com/office/drawing/2014/main" id="{5A26B873-B176-EBA2-3B08-D4CF08952F52}"/>
              </a:ext>
            </a:extLst>
          </p:cNvPr>
          <p:cNvSpPr txBox="1">
            <a:spLocks/>
          </p:cNvSpPr>
          <p:nvPr userDrawn="1"/>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8" name="Footer Rule">
            <a:extLst>
              <a:ext uri="{FF2B5EF4-FFF2-40B4-BE49-F238E27FC236}">
                <a16:creationId xmlns:a16="http://schemas.microsoft.com/office/drawing/2014/main" id="{EA510DDC-6C5D-B1CF-C305-B77AF0810FDD}"/>
              </a:ext>
            </a:extLst>
          </p:cNvPr>
          <p:cNvSpPr/>
          <p:nvPr userDrawn="1"/>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1" name="ContentLogo_WHITE" descr="The Mercer company logo.">
            <a:extLst>
              <a:ext uri="{FF2B5EF4-FFF2-40B4-BE49-F238E27FC236}">
                <a16:creationId xmlns:a16="http://schemas.microsoft.com/office/drawing/2014/main" id="{D6F84018-1E03-C4BF-337C-9FF8112F21CD}"/>
              </a:ext>
            </a:extLst>
          </p:cNvPr>
          <p:cNvPicPr>
            <a:picLocks noChangeAspect="1"/>
          </p:cNvPicPr>
          <p:nvPr userDrawn="1"/>
        </p:nvPicPr>
        <p:blipFill>
          <a:blip r:embed="rId2"/>
          <a:stretch>
            <a:fillRect/>
          </a:stretch>
        </p:blipFill>
        <p:spPr bwMode="invGray">
          <a:xfrm>
            <a:off x="457200" y="6537960"/>
            <a:ext cx="752858" cy="164592"/>
          </a:xfrm>
          <a:prstGeom prst="rect">
            <a:avLst/>
          </a:prstGeom>
        </p:spPr>
      </p:pic>
      <p:pic>
        <p:nvPicPr>
          <p:cNvPr id="13" name="ContentLogo_COLOUR" descr="The Mercer company logo." hidden="1">
            <a:extLst>
              <a:ext uri="{FF2B5EF4-FFF2-40B4-BE49-F238E27FC236}">
                <a16:creationId xmlns:a16="http://schemas.microsoft.com/office/drawing/2014/main" id="{8EDEDF10-A1D4-47D5-D09F-71AC8A39AD16}"/>
              </a:ext>
            </a:extLst>
          </p:cNvPr>
          <p:cNvPicPr>
            <a:picLocks noChangeAspect="1"/>
          </p:cNvPicPr>
          <p:nvPr userDrawn="1"/>
        </p:nvPicPr>
        <p:blipFill>
          <a:blip r:embed="rId3"/>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27580470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wo Content - Sky blue" type="twoObj">
  <p:cSld name="Two Content - Sky blue">
    <p:bg>
      <p:bgPr>
        <a:solidFill>
          <a:schemeClr val="bg2"/>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572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nvPr>
        </p:nvSpPr>
        <p:spPr>
          <a:xfrm>
            <a:off x="62100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7568633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Half white half sky blue" type="twoObj">
  <p:cSld name="Half white half sky blue">
    <p:spTree>
      <p:nvGrpSpPr>
        <p:cNvPr id="1" name=""/>
        <p:cNvGrpSpPr/>
        <p:nvPr/>
      </p:nvGrpSpPr>
      <p:grpSpPr>
        <a:xfrm>
          <a:off x="0" y="0"/>
          <a:ext cx="0" cy="0"/>
          <a:chOff x="0" y="0"/>
          <a:chExt cx="0" cy="0"/>
        </a:xfrm>
      </p:grpSpPr>
      <p:sp>
        <p:nvSpPr>
          <p:cNvPr id="2" name="Half Panel Right">
            <a:extLst>
              <a:ext uri="{FF2B5EF4-FFF2-40B4-BE49-F238E27FC236}">
                <a16:creationId xmlns:a16="http://schemas.microsoft.com/office/drawing/2014/main" id="{806BF971-81CE-83F3-55E6-3A94C1B67D51}"/>
              </a:ext>
            </a:extLst>
          </p:cNvPr>
          <p:cNvSpPr>
            <a:spLocks noGrp="1" noRot="1" noMove="1" noResize="1" noEditPoints="1" noAdjustHandles="1" noChangeArrowheads="1" noChangeShapeType="1"/>
          </p:cNvSpPr>
          <p:nvPr userDrawn="1"/>
        </p:nvSpPr>
        <p:spPr>
          <a:xfrm>
            <a:off x="6096000" y="0"/>
            <a:ext cx="609600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3" name="Content Placeholder 2"/>
          <p:cNvSpPr>
            <a:spLocks noGrp="1"/>
          </p:cNvSpPr>
          <p:nvPr>
            <p:ph sz="half" idx="1" hasCustomPrompt="1"/>
          </p:nvPr>
        </p:nvSpPr>
        <p:spPr>
          <a:xfrm>
            <a:off x="4572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nvPr>
        </p:nvSpPr>
        <p:spPr>
          <a:xfrm>
            <a:off x="62100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nl-NL" smtClean="0"/>
              <a:pPr/>
              <a:t>‹#›</a:t>
            </a:fld>
            <a:endParaRPr lang="nl-NL" dirty="0"/>
          </a:p>
        </p:txBody>
      </p:sp>
      <p:sp>
        <p:nvSpPr>
          <p:cNvPr id="8" name="Copyright">
            <a:extLst>
              <a:ext uri="{FF2B5EF4-FFF2-40B4-BE49-F238E27FC236}">
                <a16:creationId xmlns:a16="http://schemas.microsoft.com/office/drawing/2014/main" id="{12749373-D753-88A0-4209-B44FACDFB080}"/>
              </a:ext>
            </a:extLst>
          </p:cNvPr>
          <p:cNvSpPr txBox="1">
            <a:spLocks/>
          </p:cNvSpPr>
          <p:nvPr userDrawn="1"/>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dk1"/>
                </a:solidFill>
              </a:rPr>
              <a:t>© 2026 Marsh. Alle rechten </a:t>
            </a:r>
            <a:r>
              <a:rPr lang="nl-NL" sz="700">
                <a:solidFill>
                  <a:schemeClr val="dk1"/>
                </a:solidFill>
              </a:rPr>
              <a:t>voorbehouden.</a:t>
            </a:r>
            <a:endParaRPr lang="nl-NL" sz="700" dirty="0">
              <a:solidFill>
                <a:schemeClr val="dk1"/>
              </a:solidFill>
            </a:endParaRPr>
          </a:p>
        </p:txBody>
      </p:sp>
      <p:sp>
        <p:nvSpPr>
          <p:cNvPr id="9" name="Footer Rule">
            <a:extLst>
              <a:ext uri="{FF2B5EF4-FFF2-40B4-BE49-F238E27FC236}">
                <a16:creationId xmlns:a16="http://schemas.microsoft.com/office/drawing/2014/main" id="{CEE3B79B-B0E9-6A46-3918-74EE430B4A64}"/>
              </a:ext>
            </a:extLst>
          </p:cNvPr>
          <p:cNvSpPr/>
          <p:nvPr userDrawn="1"/>
        </p:nvSpPr>
        <p:spPr>
          <a:xfrm>
            <a:off x="457200" y="6400800"/>
            <a:ext cx="11278800" cy="0"/>
          </a:xfrm>
          <a:prstGeom prst="line">
            <a:avLst/>
          </a:prstGeom>
          <a:noFill/>
          <a:ln w="6350">
            <a:solidFill>
              <a:schemeClr val="tx1"/>
            </a:solidFill>
            <a:prstDash val="solid"/>
            <a:headEnd type="none"/>
            <a:tailEnd type="none"/>
          </a:ln>
        </p:spPr>
        <p:txBody>
          <a:bodyPr lIns="0" tIns="0" rIns="0" bIns="0"/>
          <a:lstStyle/>
          <a:p>
            <a:endParaRPr lang="nl-NL" sz="700" dirty="0">
              <a:solidFill>
                <a:schemeClr val="tx1"/>
              </a:solidFill>
            </a:endParaRPr>
          </a:p>
        </p:txBody>
      </p:sp>
    </p:spTree>
    <p:extLst>
      <p:ext uri="{BB962C8B-B14F-4D97-AF65-F5344CB8AC3E}">
        <p14:creationId xmlns:p14="http://schemas.microsoft.com/office/powerpoint/2010/main" val="35669765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Half midnight blue half white" type="twoObj">
  <p:cSld name="Half midnight blue half white">
    <p:spTree>
      <p:nvGrpSpPr>
        <p:cNvPr id="1" name=""/>
        <p:cNvGrpSpPr/>
        <p:nvPr/>
      </p:nvGrpSpPr>
      <p:grpSpPr>
        <a:xfrm>
          <a:off x="0" y="0"/>
          <a:ext cx="0" cy="0"/>
          <a:chOff x="0" y="0"/>
          <a:chExt cx="0" cy="0"/>
        </a:xfrm>
      </p:grpSpPr>
      <p:sp>
        <p:nvSpPr>
          <p:cNvPr id="2" name="Half Panel Left">
            <a:extLst>
              <a:ext uri="{FF2B5EF4-FFF2-40B4-BE49-F238E27FC236}">
                <a16:creationId xmlns:a16="http://schemas.microsoft.com/office/drawing/2014/main" id="{806BF971-81CE-83F3-55E6-3A94C1B67D51}"/>
              </a:ext>
            </a:extLst>
          </p:cNvPr>
          <p:cNvSpPr>
            <a:spLocks noGrp="1" noRot="1" noMove="1" noResize="1" noEditPoints="1" noAdjustHandles="1" noChangeArrowheads="1" noChangeShapeType="1"/>
          </p:cNvSpPr>
          <p:nvPr userDrawn="1"/>
        </p:nvSpPr>
        <p:spPr>
          <a:xfrm>
            <a:off x="0" y="0"/>
            <a:ext cx="6096000" cy="685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3" name="Content Placeholder 2"/>
          <p:cNvSpPr>
            <a:spLocks noGrp="1"/>
          </p:cNvSpPr>
          <p:nvPr>
            <p:ph sz="half" idx="1" hasCustomPrompt="1"/>
          </p:nvPr>
        </p:nvSpPr>
        <p:spPr>
          <a:xfrm>
            <a:off x="457200" y="1411200"/>
            <a:ext cx="5526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nvPr>
        </p:nvSpPr>
        <p:spPr>
          <a:xfrm>
            <a:off x="62100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nvPr>
        </p:nvSpPr>
        <p:spPr>
          <a:xfrm>
            <a:off x="457200" y="975600"/>
            <a:ext cx="55245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a:xfrm>
            <a:off x="457200" y="381600"/>
            <a:ext cx="5524500" cy="462985"/>
          </a:xfrm>
        </p:spPr>
        <p:txBody>
          <a:bodyPr/>
          <a:lstStyle>
            <a:lvl1pPr>
              <a:defRPr>
                <a:solidFill>
                  <a:schemeClr val="bg2"/>
                </a:solidFill>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p>
            <a:fld id="{CC823384-2074-4C75-9031-ACAC8BCA8354}" type="slidenum">
              <a:rPr lang="nl-NL" smtClean="0"/>
              <a:pPr/>
              <a:t>‹#›</a:t>
            </a:fld>
            <a:endParaRPr lang="nl-NL" dirty="0"/>
          </a:p>
        </p:txBody>
      </p:sp>
      <p:sp>
        <p:nvSpPr>
          <p:cNvPr id="8" name="Footer Rule">
            <a:extLst>
              <a:ext uri="{FF2B5EF4-FFF2-40B4-BE49-F238E27FC236}">
                <a16:creationId xmlns:a16="http://schemas.microsoft.com/office/drawing/2014/main" id="{6C371CB0-9A86-D929-4A15-390C09B03A3B}"/>
              </a:ext>
            </a:extLst>
          </p:cNvPr>
          <p:cNvSpPr/>
          <p:nvPr userDrawn="1"/>
        </p:nvSpPr>
        <p:spPr>
          <a:xfrm>
            <a:off x="457200" y="6400800"/>
            <a:ext cx="563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1" name="ContentLogo_WHITE" descr="The Mercer company logo.">
            <a:extLst>
              <a:ext uri="{FF2B5EF4-FFF2-40B4-BE49-F238E27FC236}">
                <a16:creationId xmlns:a16="http://schemas.microsoft.com/office/drawing/2014/main" id="{7A6668A4-2BED-88C2-ABEA-323280818EF1}"/>
              </a:ext>
            </a:extLst>
          </p:cNvPr>
          <p:cNvPicPr>
            <a:picLocks noChangeAspect="1"/>
          </p:cNvPicPr>
          <p:nvPr userDrawn="1"/>
        </p:nvPicPr>
        <p:blipFill>
          <a:blip r:embed="rId2"/>
          <a:stretch>
            <a:fillRect/>
          </a:stretch>
        </p:blipFill>
        <p:spPr bwMode="invGray">
          <a:xfrm>
            <a:off x="457200" y="6537960"/>
            <a:ext cx="752858" cy="164592"/>
          </a:xfrm>
          <a:prstGeom prst="rect">
            <a:avLst/>
          </a:prstGeom>
        </p:spPr>
      </p:pic>
      <p:pic>
        <p:nvPicPr>
          <p:cNvPr id="13" name="ContentLogo_COLOUR" descr="The Mercer company logo." hidden="1">
            <a:extLst>
              <a:ext uri="{FF2B5EF4-FFF2-40B4-BE49-F238E27FC236}">
                <a16:creationId xmlns:a16="http://schemas.microsoft.com/office/drawing/2014/main" id="{B4276C48-AE70-794D-B7B6-EA740B60A1C5}"/>
              </a:ext>
            </a:extLst>
          </p:cNvPr>
          <p:cNvPicPr>
            <a:picLocks noChangeAspect="1"/>
          </p:cNvPicPr>
          <p:nvPr userDrawn="1"/>
        </p:nvPicPr>
        <p:blipFill>
          <a:blip r:embed="rId3"/>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21862115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Half white half midnight blue" type="twoObj">
  <p:cSld name="Half white half midnight blue">
    <p:spTree>
      <p:nvGrpSpPr>
        <p:cNvPr id="1" name=""/>
        <p:cNvGrpSpPr/>
        <p:nvPr/>
      </p:nvGrpSpPr>
      <p:grpSpPr>
        <a:xfrm>
          <a:off x="0" y="0"/>
          <a:ext cx="0" cy="0"/>
          <a:chOff x="0" y="0"/>
          <a:chExt cx="0" cy="0"/>
        </a:xfrm>
      </p:grpSpPr>
      <p:sp>
        <p:nvSpPr>
          <p:cNvPr id="2" name="Half Panel Left">
            <a:extLst>
              <a:ext uri="{FF2B5EF4-FFF2-40B4-BE49-F238E27FC236}">
                <a16:creationId xmlns:a16="http://schemas.microsoft.com/office/drawing/2014/main" id="{7EBDE3DA-09E2-FAB8-0784-6703592D9031}"/>
              </a:ext>
            </a:extLst>
          </p:cNvPr>
          <p:cNvSpPr>
            <a:spLocks noGrp="1" noRot="1" noMove="1" noResize="1" noEditPoints="1" noAdjustHandles="1" noChangeArrowheads="1" noChangeShapeType="1"/>
          </p:cNvSpPr>
          <p:nvPr userDrawn="1"/>
        </p:nvSpPr>
        <p:spPr>
          <a:xfrm>
            <a:off x="6096000" y="0"/>
            <a:ext cx="6096000" cy="685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3" name="Content Placeholder 2"/>
          <p:cNvSpPr>
            <a:spLocks noGrp="1"/>
          </p:cNvSpPr>
          <p:nvPr>
            <p:ph sz="half" idx="1" hasCustomPrompt="1"/>
          </p:nvPr>
        </p:nvSpPr>
        <p:spPr>
          <a:xfrm>
            <a:off x="457200" y="1411200"/>
            <a:ext cx="55260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half" idx="2" hasCustomPrompt="1"/>
          </p:nvPr>
        </p:nvSpPr>
        <p:spPr>
          <a:xfrm>
            <a:off x="6210000" y="1411200"/>
            <a:ext cx="5526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Text Placeholder 6">
            <a:extLst>
              <a:ext uri="{FF2B5EF4-FFF2-40B4-BE49-F238E27FC236}">
                <a16:creationId xmlns:a16="http://schemas.microsoft.com/office/drawing/2014/main" id="{C6F971F5-72C9-9FA0-D4FA-4115FF9C7812}"/>
              </a:ext>
            </a:extLst>
          </p:cNvPr>
          <p:cNvSpPr>
            <a:spLocks noGrp="1"/>
          </p:cNvSpPr>
          <p:nvPr>
            <p:ph type="body" sz="quarter" idx="12" hasCustomPrompt="1"/>
          </p:nvPr>
        </p:nvSpPr>
        <p:spPr>
          <a:xfrm>
            <a:off x="457200" y="975600"/>
            <a:ext cx="55245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10" name="Title 9">
            <a:extLst>
              <a:ext uri="{FF2B5EF4-FFF2-40B4-BE49-F238E27FC236}">
                <a16:creationId xmlns:a16="http://schemas.microsoft.com/office/drawing/2014/main" id="{6D731A64-2BAC-4802-E868-A4A0D1BF1D50}"/>
              </a:ext>
            </a:extLst>
          </p:cNvPr>
          <p:cNvSpPr>
            <a:spLocks noGrp="1"/>
          </p:cNvSpPr>
          <p:nvPr>
            <p:ph type="title" hasCustomPrompt="1"/>
          </p:nvPr>
        </p:nvSpPr>
        <p:spPr>
          <a:xfrm>
            <a:off x="457200" y="381600"/>
            <a:ext cx="5524500" cy="462985"/>
          </a:xfrm>
        </p:spPr>
        <p:txBody>
          <a:bodyPr/>
          <a:lstStyle>
            <a:lvl1pPr>
              <a:defRPr/>
            </a:lvl1pPr>
          </a:lstStyle>
          <a:p>
            <a:r>
              <a:rPr lang="nl-NL"/>
              <a:t>Click to edit master title style</a:t>
            </a:r>
            <a:endParaRPr lang="nl-NL" dirty="0"/>
          </a:p>
        </p:txBody>
      </p:sp>
      <p:sp>
        <p:nvSpPr>
          <p:cNvPr id="6" name="Footer Placeholder 5">
            <a:extLst>
              <a:ext uri="{FF2B5EF4-FFF2-40B4-BE49-F238E27FC236}">
                <a16:creationId xmlns:a16="http://schemas.microsoft.com/office/drawing/2014/main" id="{64142892-5420-DC43-3EEF-D4BE29E2EC3D}"/>
              </a:ext>
            </a:extLst>
          </p:cNvPr>
          <p:cNvSpPr>
            <a:spLocks noGrp="1"/>
          </p:cNvSpPr>
          <p:nvPr>
            <p:ph type="ftr" sz="quarter" idx="14"/>
          </p:nvPr>
        </p:nvSpPr>
        <p:spPr/>
        <p:txBody>
          <a:bodyPr/>
          <a:lstStyle/>
          <a:p>
            <a:endParaRPr lang="nl-NL" dirty="0"/>
          </a:p>
        </p:txBody>
      </p:sp>
      <p:sp>
        <p:nvSpPr>
          <p:cNvPr id="7" name="Slide Number Placeholder 6">
            <a:extLst>
              <a:ext uri="{FF2B5EF4-FFF2-40B4-BE49-F238E27FC236}">
                <a16:creationId xmlns:a16="http://schemas.microsoft.com/office/drawing/2014/main" id="{92E6714D-1946-3625-54D0-D09B477162BA}"/>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9" name="Footer Rule">
            <a:extLst>
              <a:ext uri="{FF2B5EF4-FFF2-40B4-BE49-F238E27FC236}">
                <a16:creationId xmlns:a16="http://schemas.microsoft.com/office/drawing/2014/main" id="{B4FB90B0-D54D-ECC6-07F8-6AFA1DCA67A6}"/>
              </a:ext>
            </a:extLst>
          </p:cNvPr>
          <p:cNvSpPr/>
          <p:nvPr userDrawn="1"/>
        </p:nvSpPr>
        <p:spPr>
          <a:xfrm>
            <a:off x="6096000" y="6400800"/>
            <a:ext cx="56400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sp>
        <p:nvSpPr>
          <p:cNvPr id="8" name="Copyright">
            <a:extLst>
              <a:ext uri="{FF2B5EF4-FFF2-40B4-BE49-F238E27FC236}">
                <a16:creationId xmlns:a16="http://schemas.microsoft.com/office/drawing/2014/main" id="{8E8ED4CD-9A16-8971-2AB2-3BC16FB7700C}"/>
              </a:ext>
            </a:extLst>
          </p:cNvPr>
          <p:cNvSpPr txBox="1">
            <a:spLocks/>
          </p:cNvSpPr>
          <p:nvPr userDrawn="1"/>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Tree>
    <p:extLst>
      <p:ext uri="{BB962C8B-B14F-4D97-AF65-F5344CB8AC3E}">
        <p14:creationId xmlns:p14="http://schemas.microsoft.com/office/powerpoint/2010/main" val="1473511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itle, 2 Content and Content">
    <p:spTree>
      <p:nvGrpSpPr>
        <p:cNvPr id="1" name=""/>
        <p:cNvGrpSpPr/>
        <p:nvPr/>
      </p:nvGrpSpPr>
      <p:grpSpPr>
        <a:xfrm>
          <a:off x="0" y="0"/>
          <a:ext cx="0" cy="0"/>
          <a:chOff x="0" y="0"/>
          <a:chExt cx="0" cy="0"/>
        </a:xfrm>
      </p:grpSpPr>
      <p:sp>
        <p:nvSpPr>
          <p:cNvPr id="3" name="Content Placeholder 2"/>
          <p:cNvSpPr>
            <a:spLocks noGrp="1"/>
          </p:cNvSpPr>
          <p:nvPr>
            <p:ph sz="quarter" idx="1" hasCustomPrompt="1"/>
          </p:nvPr>
        </p:nvSpPr>
        <p:spPr>
          <a:xfrm>
            <a:off x="4572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nvPr>
        </p:nvSpPr>
        <p:spPr>
          <a:xfrm>
            <a:off x="42984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nvPr>
        </p:nvSpPr>
        <p:spPr>
          <a:xfrm>
            <a:off x="8132400" y="1411200"/>
            <a:ext cx="3600000" cy="4878000"/>
          </a:xfrm>
        </p:spPr>
        <p:txBody>
          <a:bodyPr/>
          <a:lstStyle>
            <a:lvl1pPr>
              <a:defRPr>
                <a:solidFill>
                  <a:schemeClr val="tx1"/>
                </a:solidFill>
              </a:defRPr>
            </a:lvl1pPr>
            <a:lvl5pPr>
              <a:defRPr/>
            </a:lvl5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nl-NL"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37563273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2 Content and Content - Midnight blue" type="twoObjAndObj">
  <p:cSld name="Title, 2 Content and Content - Midnight blue">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hasCustomPrompt="1"/>
          </p:nvPr>
        </p:nvSpPr>
        <p:spPr>
          <a:xfrm>
            <a:off x="457200" y="1411200"/>
            <a:ext cx="3603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nvPr>
        </p:nvSpPr>
        <p:spPr>
          <a:xfrm>
            <a:off x="4298400" y="1411200"/>
            <a:ext cx="3603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nvPr>
        </p:nvSpPr>
        <p:spPr>
          <a:xfrm>
            <a:off x="8132400" y="1411200"/>
            <a:ext cx="3600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solidFill>
                  <a:schemeClr val="bg2"/>
                </a:solidFill>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2" name="Copyright">
            <a:extLst>
              <a:ext uri="{FF2B5EF4-FFF2-40B4-BE49-F238E27FC236}">
                <a16:creationId xmlns:a16="http://schemas.microsoft.com/office/drawing/2014/main" id="{16D1BAEC-4161-9FB8-1FFE-3B04F2E89A8E}"/>
              </a:ext>
            </a:extLst>
          </p:cNvPr>
          <p:cNvSpPr txBox="1">
            <a:spLocks/>
          </p:cNvSpPr>
          <p:nvPr userDrawn="1"/>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10" name="Footer Rule">
            <a:extLst>
              <a:ext uri="{FF2B5EF4-FFF2-40B4-BE49-F238E27FC236}">
                <a16:creationId xmlns:a16="http://schemas.microsoft.com/office/drawing/2014/main" id="{90953CAC-046F-8961-25C4-8EF87030260C}"/>
              </a:ext>
            </a:extLst>
          </p:cNvPr>
          <p:cNvSpPr/>
          <p:nvPr userDrawn="1"/>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2" name="ContentLogo_WHITE" descr="The Mercer company logo.">
            <a:extLst>
              <a:ext uri="{FF2B5EF4-FFF2-40B4-BE49-F238E27FC236}">
                <a16:creationId xmlns:a16="http://schemas.microsoft.com/office/drawing/2014/main" id="{AD63F39A-5A31-8E57-6B54-5ACFCF37C537}"/>
              </a:ext>
            </a:extLst>
          </p:cNvPr>
          <p:cNvPicPr>
            <a:picLocks noChangeAspect="1"/>
          </p:cNvPicPr>
          <p:nvPr userDrawn="1"/>
        </p:nvPicPr>
        <p:blipFill>
          <a:blip r:embed="rId2"/>
          <a:stretch>
            <a:fillRect/>
          </a:stretch>
        </p:blipFill>
        <p:spPr bwMode="invGray">
          <a:xfrm>
            <a:off x="457200" y="6537960"/>
            <a:ext cx="752858" cy="164592"/>
          </a:xfrm>
          <a:prstGeom prst="rect">
            <a:avLst/>
          </a:prstGeom>
        </p:spPr>
      </p:pic>
      <p:pic>
        <p:nvPicPr>
          <p:cNvPr id="14" name="ContentLogo_COLOUR" descr="The Mercer company logo." hidden="1">
            <a:extLst>
              <a:ext uri="{FF2B5EF4-FFF2-40B4-BE49-F238E27FC236}">
                <a16:creationId xmlns:a16="http://schemas.microsoft.com/office/drawing/2014/main" id="{F9A81958-A4FD-20E1-6BE1-738F0AD029A2}"/>
              </a:ext>
            </a:extLst>
          </p:cNvPr>
          <p:cNvPicPr>
            <a:picLocks noChangeAspect="1"/>
          </p:cNvPicPr>
          <p:nvPr userDrawn="1"/>
        </p:nvPicPr>
        <p:blipFill>
          <a:blip r:embed="rId3"/>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42133645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2 Content and Content - Sky blue" type="twoObjAndObj">
  <p:cSld name="Title, 2 Content and Content - Sky blue">
    <p:bg>
      <p:bgPr>
        <a:solidFill>
          <a:schemeClr val="bg2"/>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hasCustomPrompt="1"/>
          </p:nvPr>
        </p:nvSpPr>
        <p:spPr>
          <a:xfrm>
            <a:off x="4572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nvPr>
        </p:nvSpPr>
        <p:spPr>
          <a:xfrm>
            <a:off x="42984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nvPr>
        </p:nvSpPr>
        <p:spPr>
          <a:xfrm>
            <a:off x="8132400" y="1411200"/>
            <a:ext cx="3600000" cy="4878000"/>
          </a:xfrm>
        </p:spPr>
        <p:txBody>
          <a:bodyPr/>
          <a:lstStyle>
            <a:lvl1pPr>
              <a:defRPr>
                <a:solidFill>
                  <a:schemeClr val="tx1"/>
                </a:solidFill>
              </a:defRPr>
            </a:lvl1pPr>
            <a:lvl5pPr>
              <a:defRPr/>
            </a:lvl5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nl-NL"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9017784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wo thirds white one third sky blue" type="twoObjAndObj">
  <p:cSld name="Two thirds white one third sky blue">
    <p:spTree>
      <p:nvGrpSpPr>
        <p:cNvPr id="1" name=""/>
        <p:cNvGrpSpPr/>
        <p:nvPr/>
      </p:nvGrpSpPr>
      <p:grpSpPr>
        <a:xfrm>
          <a:off x="0" y="0"/>
          <a:ext cx="0" cy="0"/>
          <a:chOff x="0" y="0"/>
          <a:chExt cx="0" cy="0"/>
        </a:xfrm>
      </p:grpSpPr>
      <p:sp>
        <p:nvSpPr>
          <p:cNvPr id="2" name="Third Panel Right">
            <a:extLst>
              <a:ext uri="{FF2B5EF4-FFF2-40B4-BE49-F238E27FC236}">
                <a16:creationId xmlns:a16="http://schemas.microsoft.com/office/drawing/2014/main" id="{5C151960-C8CE-704C-104B-79599866AD62}"/>
              </a:ext>
            </a:extLst>
          </p:cNvPr>
          <p:cNvSpPr>
            <a:spLocks noGrp="1" noRot="1" noMove="1" noResize="1" noEditPoints="1" noAdjustHandles="1" noChangeArrowheads="1" noChangeShapeType="1"/>
          </p:cNvSpPr>
          <p:nvPr userDrawn="1"/>
        </p:nvSpPr>
        <p:spPr>
          <a:xfrm>
            <a:off x="8012316" y="0"/>
            <a:ext cx="4179683"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10" name="Footer Rule">
            <a:extLst>
              <a:ext uri="{FF2B5EF4-FFF2-40B4-BE49-F238E27FC236}">
                <a16:creationId xmlns:a16="http://schemas.microsoft.com/office/drawing/2014/main" id="{A2CA41DF-1B43-661F-511F-C1D956EEC591}"/>
              </a:ext>
            </a:extLst>
          </p:cNvPr>
          <p:cNvSpPr/>
          <p:nvPr userDrawn="1"/>
        </p:nvSpPr>
        <p:spPr>
          <a:xfrm>
            <a:off x="457200" y="6400800"/>
            <a:ext cx="11278800" cy="0"/>
          </a:xfrm>
          <a:prstGeom prst="line">
            <a:avLst/>
          </a:prstGeom>
          <a:noFill/>
          <a:ln w="6350">
            <a:solidFill>
              <a:schemeClr val="tx1"/>
            </a:solidFill>
            <a:prstDash val="solid"/>
            <a:headEnd type="none"/>
            <a:tailEnd type="none"/>
          </a:ln>
        </p:spPr>
        <p:txBody>
          <a:bodyPr lIns="0" tIns="0" rIns="0" bIns="0"/>
          <a:lstStyle/>
          <a:p>
            <a:endParaRPr lang="nl-NL" sz="700" dirty="0">
              <a:solidFill>
                <a:schemeClr val="tx1"/>
              </a:solidFill>
            </a:endParaRPr>
          </a:p>
        </p:txBody>
      </p:sp>
      <p:sp>
        <p:nvSpPr>
          <p:cNvPr id="3" name="Content Placeholder 2"/>
          <p:cNvSpPr>
            <a:spLocks noGrp="1"/>
          </p:cNvSpPr>
          <p:nvPr>
            <p:ph sz="quarter" idx="1" hasCustomPrompt="1"/>
          </p:nvPr>
        </p:nvSpPr>
        <p:spPr>
          <a:xfrm>
            <a:off x="4572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nvPr>
        </p:nvSpPr>
        <p:spPr>
          <a:xfrm>
            <a:off x="42984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nvPr>
        </p:nvSpPr>
        <p:spPr>
          <a:xfrm>
            <a:off x="8132400" y="1411200"/>
            <a:ext cx="3600000" cy="4878000"/>
          </a:xfrm>
        </p:spPr>
        <p:txBody>
          <a:bodyPr/>
          <a:lstStyle>
            <a:lvl1pPr>
              <a:defRPr>
                <a:solidFill>
                  <a:schemeClr val="tx1"/>
                </a:solidFill>
              </a:defRPr>
            </a:lvl1pPr>
            <a:lvl5pPr>
              <a:defRPr/>
            </a:lvl5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p:txBody>
          <a:bodyPr/>
          <a:lstStyle>
            <a:lvl1pPr>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nl-NL"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
        <p:nvSpPr>
          <p:cNvPr id="11" name="Copyright">
            <a:extLst>
              <a:ext uri="{FF2B5EF4-FFF2-40B4-BE49-F238E27FC236}">
                <a16:creationId xmlns:a16="http://schemas.microsoft.com/office/drawing/2014/main" id="{F2533A2D-61D7-C2FE-5C42-FA3B103C061D}"/>
              </a:ext>
            </a:extLst>
          </p:cNvPr>
          <p:cNvSpPr txBox="1">
            <a:spLocks/>
          </p:cNvSpPr>
          <p:nvPr userDrawn="1"/>
        </p:nvSpPr>
        <p:spPr>
          <a:xfrm>
            <a:off x="8132400" y="6606000"/>
            <a:ext cx="32364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tx1"/>
                </a:solidFill>
              </a:rPr>
              <a:t>© 2026 Marsh. Alle rechten </a:t>
            </a:r>
            <a:r>
              <a:rPr lang="nl-NL" sz="700">
                <a:solidFill>
                  <a:schemeClr val="tx1"/>
                </a:solidFill>
              </a:rPr>
              <a:t>voorbehouden.</a:t>
            </a:r>
            <a:endParaRPr lang="nl-NL" sz="700" dirty="0">
              <a:solidFill>
                <a:schemeClr val="tx1"/>
              </a:solidFill>
            </a:endParaRPr>
          </a:p>
        </p:txBody>
      </p:sp>
    </p:spTree>
    <p:extLst>
      <p:ext uri="{BB962C8B-B14F-4D97-AF65-F5344CB8AC3E}">
        <p14:creationId xmlns:p14="http://schemas.microsoft.com/office/powerpoint/2010/main" val="9074866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wo thirds white one third midnight blue" type="twoObjAndObj">
  <p:cSld name="Two thirds white one third midnight blue">
    <p:spTree>
      <p:nvGrpSpPr>
        <p:cNvPr id="1" name=""/>
        <p:cNvGrpSpPr/>
        <p:nvPr/>
      </p:nvGrpSpPr>
      <p:grpSpPr>
        <a:xfrm>
          <a:off x="0" y="0"/>
          <a:ext cx="0" cy="0"/>
          <a:chOff x="0" y="0"/>
          <a:chExt cx="0" cy="0"/>
        </a:xfrm>
      </p:grpSpPr>
      <p:sp>
        <p:nvSpPr>
          <p:cNvPr id="2" name="Third Panel Right">
            <a:extLst>
              <a:ext uri="{FF2B5EF4-FFF2-40B4-BE49-F238E27FC236}">
                <a16:creationId xmlns:a16="http://schemas.microsoft.com/office/drawing/2014/main" id="{5C151960-C8CE-704C-104B-79599866AD62}"/>
              </a:ext>
            </a:extLst>
          </p:cNvPr>
          <p:cNvSpPr>
            <a:spLocks noGrp="1" noRot="1" noMove="1" noResize="1" noEditPoints="1" noAdjustHandles="1" noChangeArrowheads="1" noChangeShapeType="1"/>
          </p:cNvSpPr>
          <p:nvPr userDrawn="1"/>
        </p:nvSpPr>
        <p:spPr>
          <a:xfrm>
            <a:off x="8012316" y="0"/>
            <a:ext cx="4179683" cy="685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10" name="Footer Rule">
            <a:extLst>
              <a:ext uri="{FF2B5EF4-FFF2-40B4-BE49-F238E27FC236}">
                <a16:creationId xmlns:a16="http://schemas.microsoft.com/office/drawing/2014/main" id="{A2CA41DF-1B43-661F-511F-C1D956EEC591}"/>
              </a:ext>
            </a:extLst>
          </p:cNvPr>
          <p:cNvSpPr/>
          <p:nvPr userDrawn="1"/>
        </p:nvSpPr>
        <p:spPr>
          <a:xfrm>
            <a:off x="457200" y="6400800"/>
            <a:ext cx="11278800" cy="0"/>
          </a:xfrm>
          <a:prstGeom prst="line">
            <a:avLst/>
          </a:prstGeom>
          <a:noFill/>
          <a:ln w="6350">
            <a:solidFill>
              <a:schemeClr val="tx1"/>
            </a:solidFill>
            <a:prstDash val="solid"/>
            <a:headEnd type="none"/>
            <a:tailEnd type="none"/>
          </a:ln>
        </p:spPr>
        <p:txBody>
          <a:bodyPr lIns="0" tIns="0" rIns="0" bIns="0"/>
          <a:lstStyle/>
          <a:p>
            <a:endParaRPr lang="nl-NL" sz="700" dirty="0">
              <a:solidFill>
                <a:schemeClr val="tx1"/>
              </a:solidFill>
            </a:endParaRPr>
          </a:p>
        </p:txBody>
      </p:sp>
      <p:sp>
        <p:nvSpPr>
          <p:cNvPr id="3" name="Content Placeholder 2"/>
          <p:cNvSpPr>
            <a:spLocks noGrp="1"/>
          </p:cNvSpPr>
          <p:nvPr>
            <p:ph sz="quarter" idx="1" hasCustomPrompt="1"/>
          </p:nvPr>
        </p:nvSpPr>
        <p:spPr>
          <a:xfrm>
            <a:off x="4572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nvPr>
        </p:nvSpPr>
        <p:spPr>
          <a:xfrm>
            <a:off x="4298400" y="1411200"/>
            <a:ext cx="36036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nvPr>
        </p:nvSpPr>
        <p:spPr>
          <a:xfrm>
            <a:off x="8132400" y="1411200"/>
            <a:ext cx="36000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nvPr>
        </p:nvSpPr>
        <p:spPr>
          <a:xfrm>
            <a:off x="457200" y="975600"/>
            <a:ext cx="7444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a:xfrm>
            <a:off x="457200" y="381600"/>
            <a:ext cx="7444800" cy="462985"/>
          </a:xfrm>
        </p:spPr>
        <p:txBody>
          <a:bodyPr/>
          <a:lstStyle>
            <a:lvl1pPr>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p>
            <a:endParaRPr lang="nl-NL" dirty="0"/>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11" name="Copyright">
            <a:extLst>
              <a:ext uri="{FF2B5EF4-FFF2-40B4-BE49-F238E27FC236}">
                <a16:creationId xmlns:a16="http://schemas.microsoft.com/office/drawing/2014/main" id="{C9CDA119-6F0B-C7DF-4B4D-AA39D9AE85A8}"/>
              </a:ext>
            </a:extLst>
          </p:cNvPr>
          <p:cNvSpPr txBox="1">
            <a:spLocks/>
          </p:cNvSpPr>
          <p:nvPr userDrawn="1"/>
        </p:nvSpPr>
        <p:spPr>
          <a:xfrm>
            <a:off x="8132400" y="6606000"/>
            <a:ext cx="32364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12" name="Footer Rule">
            <a:extLst>
              <a:ext uri="{FF2B5EF4-FFF2-40B4-BE49-F238E27FC236}">
                <a16:creationId xmlns:a16="http://schemas.microsoft.com/office/drawing/2014/main" id="{80DED743-713F-9912-337B-BF9FD2A7DDD4}"/>
              </a:ext>
            </a:extLst>
          </p:cNvPr>
          <p:cNvSpPr/>
          <p:nvPr userDrawn="1"/>
        </p:nvSpPr>
        <p:spPr>
          <a:xfrm>
            <a:off x="8012316" y="6400800"/>
            <a:ext cx="3723684"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spTree>
    <p:extLst>
      <p:ext uri="{BB962C8B-B14F-4D97-AF65-F5344CB8AC3E}">
        <p14:creationId xmlns:p14="http://schemas.microsoft.com/office/powerpoint/2010/main" val="32017492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wo thirds midnight blue one third white" type="twoObjAndObj">
  <p:cSld name="Two thirds midnight blue one third white">
    <p:spTree>
      <p:nvGrpSpPr>
        <p:cNvPr id="1" name=""/>
        <p:cNvGrpSpPr/>
        <p:nvPr/>
      </p:nvGrpSpPr>
      <p:grpSpPr>
        <a:xfrm>
          <a:off x="0" y="0"/>
          <a:ext cx="0" cy="0"/>
          <a:chOff x="0" y="0"/>
          <a:chExt cx="0" cy="0"/>
        </a:xfrm>
      </p:grpSpPr>
      <p:sp>
        <p:nvSpPr>
          <p:cNvPr id="2" name="Two Third Panel Left">
            <a:extLst>
              <a:ext uri="{FF2B5EF4-FFF2-40B4-BE49-F238E27FC236}">
                <a16:creationId xmlns:a16="http://schemas.microsoft.com/office/drawing/2014/main" id="{B0479C70-6DF9-5556-F6AB-71A18CF90B9F}"/>
              </a:ext>
            </a:extLst>
          </p:cNvPr>
          <p:cNvSpPr>
            <a:spLocks noGrp="1" noRot="1" noMove="1" noResize="1" noEditPoints="1" noAdjustHandles="1" noChangeArrowheads="1" noChangeShapeType="1"/>
          </p:cNvSpPr>
          <p:nvPr userDrawn="1"/>
        </p:nvSpPr>
        <p:spPr>
          <a:xfrm>
            <a:off x="0" y="0"/>
            <a:ext cx="8026400" cy="685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dirty="0">
              <a:solidFill>
                <a:schemeClr val="bg1"/>
              </a:solidFill>
              <a:latin typeface="Arial" panose="020B0604020202020204" pitchFamily="34" charset="0"/>
            </a:endParaRPr>
          </a:p>
        </p:txBody>
      </p:sp>
      <p:sp>
        <p:nvSpPr>
          <p:cNvPr id="3" name="Content Placeholder 2"/>
          <p:cNvSpPr>
            <a:spLocks noGrp="1"/>
          </p:cNvSpPr>
          <p:nvPr>
            <p:ph sz="quarter" idx="1" hasCustomPrompt="1"/>
          </p:nvPr>
        </p:nvSpPr>
        <p:spPr>
          <a:xfrm>
            <a:off x="457200" y="1411200"/>
            <a:ext cx="3603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nvPr>
        </p:nvSpPr>
        <p:spPr>
          <a:xfrm>
            <a:off x="4298400" y="1411200"/>
            <a:ext cx="36036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half" idx="3" hasCustomPrompt="1"/>
          </p:nvPr>
        </p:nvSpPr>
        <p:spPr>
          <a:xfrm>
            <a:off x="8132400" y="1411200"/>
            <a:ext cx="3600000" cy="4878000"/>
          </a:xfrm>
        </p:spPr>
        <p:txBody>
          <a:bodyPr/>
          <a:lstStyle>
            <a:lvl1pPr>
              <a:defRPr>
                <a:solidFill>
                  <a:schemeClr val="tx1"/>
                </a:solidFill>
              </a:defRPr>
            </a:lvl1pPr>
            <a:lvl5pPr>
              <a:defRPr/>
            </a:lvl5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Text Placeholder 6">
            <a:extLst>
              <a:ext uri="{FF2B5EF4-FFF2-40B4-BE49-F238E27FC236}">
                <a16:creationId xmlns:a16="http://schemas.microsoft.com/office/drawing/2014/main" id="{7A872C0F-553C-FF87-B951-36138D0FF10E}"/>
              </a:ext>
            </a:extLst>
          </p:cNvPr>
          <p:cNvSpPr>
            <a:spLocks noGrp="1"/>
          </p:cNvSpPr>
          <p:nvPr>
            <p:ph type="body" sz="quarter" idx="12" hasCustomPrompt="1"/>
          </p:nvPr>
        </p:nvSpPr>
        <p:spPr>
          <a:xfrm>
            <a:off x="457200" y="975600"/>
            <a:ext cx="7444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8" name="Title 7">
            <a:extLst>
              <a:ext uri="{FF2B5EF4-FFF2-40B4-BE49-F238E27FC236}">
                <a16:creationId xmlns:a16="http://schemas.microsoft.com/office/drawing/2014/main" id="{B00E63CE-3F08-D7D1-9C89-3F65068DB84F}"/>
              </a:ext>
            </a:extLst>
          </p:cNvPr>
          <p:cNvSpPr>
            <a:spLocks noGrp="1"/>
          </p:cNvSpPr>
          <p:nvPr>
            <p:ph type="title" hasCustomPrompt="1"/>
          </p:nvPr>
        </p:nvSpPr>
        <p:spPr>
          <a:xfrm>
            <a:off x="457200" y="381600"/>
            <a:ext cx="7444800" cy="462985"/>
          </a:xfrm>
        </p:spPr>
        <p:txBody>
          <a:bodyPr/>
          <a:lstStyle>
            <a:lvl1pPr>
              <a:defRPr>
                <a:solidFill>
                  <a:schemeClr val="bg2"/>
                </a:solidFill>
              </a:defRPr>
            </a:lvl1pPr>
          </a:lstStyle>
          <a:p>
            <a:r>
              <a:rPr lang="nl-NL"/>
              <a:t>Click to edit master title style</a:t>
            </a:r>
            <a:endParaRPr lang="nl-NL" dirty="0"/>
          </a:p>
        </p:txBody>
      </p:sp>
      <p:sp>
        <p:nvSpPr>
          <p:cNvPr id="7" name="Footer Placeholder 6">
            <a:extLst>
              <a:ext uri="{FF2B5EF4-FFF2-40B4-BE49-F238E27FC236}">
                <a16:creationId xmlns:a16="http://schemas.microsoft.com/office/drawing/2014/main" id="{77801D96-C5BA-7ACA-2A4B-5A0771389224}"/>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9" name="Slide Number Placeholder 8">
            <a:extLst>
              <a:ext uri="{FF2B5EF4-FFF2-40B4-BE49-F238E27FC236}">
                <a16:creationId xmlns:a16="http://schemas.microsoft.com/office/drawing/2014/main" id="{602FAAF1-9167-47F7-0D3F-29E25D9593A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
        <p:nvSpPr>
          <p:cNvPr id="10" name="Footer Rule">
            <a:extLst>
              <a:ext uri="{FF2B5EF4-FFF2-40B4-BE49-F238E27FC236}">
                <a16:creationId xmlns:a16="http://schemas.microsoft.com/office/drawing/2014/main" id="{5A010AB5-80D3-BEF4-FEF4-85CA7EE63378}"/>
              </a:ext>
            </a:extLst>
          </p:cNvPr>
          <p:cNvSpPr/>
          <p:nvPr userDrawn="1"/>
        </p:nvSpPr>
        <p:spPr>
          <a:xfrm>
            <a:off x="457200" y="6400800"/>
            <a:ext cx="75692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2" name="ContentLogo_WHITE" descr="The Mercer company logo.">
            <a:extLst>
              <a:ext uri="{FF2B5EF4-FFF2-40B4-BE49-F238E27FC236}">
                <a16:creationId xmlns:a16="http://schemas.microsoft.com/office/drawing/2014/main" id="{B86A8F56-0472-97AD-AA7C-1756A02A7203}"/>
              </a:ext>
            </a:extLst>
          </p:cNvPr>
          <p:cNvPicPr>
            <a:picLocks noChangeAspect="1"/>
          </p:cNvPicPr>
          <p:nvPr userDrawn="1"/>
        </p:nvPicPr>
        <p:blipFill>
          <a:blip r:embed="rId2"/>
          <a:stretch>
            <a:fillRect/>
          </a:stretch>
        </p:blipFill>
        <p:spPr bwMode="invGray">
          <a:xfrm>
            <a:off x="457200" y="6537960"/>
            <a:ext cx="752858" cy="164592"/>
          </a:xfrm>
          <a:prstGeom prst="rect">
            <a:avLst/>
          </a:prstGeom>
        </p:spPr>
      </p:pic>
      <p:pic>
        <p:nvPicPr>
          <p:cNvPr id="14" name="ContentLogo_COLOUR" descr="The Mercer company logo." hidden="1">
            <a:extLst>
              <a:ext uri="{FF2B5EF4-FFF2-40B4-BE49-F238E27FC236}">
                <a16:creationId xmlns:a16="http://schemas.microsoft.com/office/drawing/2014/main" id="{2C33F26C-E62D-EE1C-591B-598BD9CD8812}"/>
              </a:ext>
            </a:extLst>
          </p:cNvPr>
          <p:cNvPicPr>
            <a:picLocks noChangeAspect="1"/>
          </p:cNvPicPr>
          <p:nvPr userDrawn="1"/>
        </p:nvPicPr>
        <p:blipFill>
          <a:blip r:embed="rId3"/>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21114129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4 Content" type="fourObj">
  <p:cSld name="Title and 4 Content">
    <p:spTree>
      <p:nvGrpSpPr>
        <p:cNvPr id="1" name=""/>
        <p:cNvGrpSpPr/>
        <p:nvPr/>
      </p:nvGrpSpPr>
      <p:grpSpPr>
        <a:xfrm>
          <a:off x="0" y="0"/>
          <a:ext cx="0" cy="0"/>
          <a:chOff x="0" y="0"/>
          <a:chExt cx="0" cy="0"/>
        </a:xfrm>
      </p:grpSpPr>
      <p:sp>
        <p:nvSpPr>
          <p:cNvPr id="3" name="Content Placeholder 2"/>
          <p:cNvSpPr>
            <a:spLocks noGrp="1"/>
          </p:cNvSpPr>
          <p:nvPr>
            <p:ph sz="quarter" idx="1" hasCustomPrompt="1"/>
          </p:nvPr>
        </p:nvSpPr>
        <p:spPr>
          <a:xfrm>
            <a:off x="4572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nvPr>
        </p:nvSpPr>
        <p:spPr>
          <a:xfrm>
            <a:off x="33408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quarter" idx="3" hasCustomPrompt="1"/>
          </p:nvPr>
        </p:nvSpPr>
        <p:spPr>
          <a:xfrm>
            <a:off x="62136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Content Placeholder 5"/>
          <p:cNvSpPr>
            <a:spLocks noGrp="1"/>
          </p:cNvSpPr>
          <p:nvPr>
            <p:ph sz="quarter" idx="4" hasCustomPrompt="1"/>
          </p:nvPr>
        </p:nvSpPr>
        <p:spPr>
          <a:xfrm>
            <a:off x="90936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7" name="Text Placeholder 6">
            <a:extLst>
              <a:ext uri="{FF2B5EF4-FFF2-40B4-BE49-F238E27FC236}">
                <a16:creationId xmlns:a16="http://schemas.microsoft.com/office/drawing/2014/main" id="{B7E6927B-0694-0EBA-513B-68CAE3D6EF52}"/>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9" name="Title 8">
            <a:extLst>
              <a:ext uri="{FF2B5EF4-FFF2-40B4-BE49-F238E27FC236}">
                <a16:creationId xmlns:a16="http://schemas.microsoft.com/office/drawing/2014/main" id="{1A2323E0-E727-5932-93D5-A9CAE6B47EB8}"/>
              </a:ext>
            </a:extLst>
          </p:cNvPr>
          <p:cNvSpPr>
            <a:spLocks noGrp="1"/>
          </p:cNvSpPr>
          <p:nvPr>
            <p:ph type="title" hasCustomPrompt="1"/>
          </p:nvPr>
        </p:nvSpPr>
        <p:spPr/>
        <p:txBody>
          <a:bodyPr>
            <a:noAutofit/>
          </a:bodyPr>
          <a:lstStyle>
            <a:lvl1pPr>
              <a:defRPr/>
            </a:lvl1pPr>
          </a:lstStyle>
          <a:p>
            <a:r>
              <a:rPr lang="nl-NL"/>
              <a:t>Click to edit master title style</a:t>
            </a:r>
            <a:endParaRPr lang="nl-NL" dirty="0"/>
          </a:p>
        </p:txBody>
      </p:sp>
      <p:sp>
        <p:nvSpPr>
          <p:cNvPr id="8" name="Footer Placeholder 7">
            <a:extLst>
              <a:ext uri="{FF2B5EF4-FFF2-40B4-BE49-F238E27FC236}">
                <a16:creationId xmlns:a16="http://schemas.microsoft.com/office/drawing/2014/main" id="{9694D80D-1D44-6836-8C39-E634810F0567}"/>
              </a:ext>
            </a:extLst>
          </p:cNvPr>
          <p:cNvSpPr>
            <a:spLocks noGrp="1"/>
          </p:cNvSpPr>
          <p:nvPr>
            <p:ph type="ftr" sz="quarter" idx="14"/>
          </p:nvPr>
        </p:nvSpPr>
        <p:spPr/>
        <p:txBody>
          <a:bodyPr/>
          <a:lstStyle/>
          <a:p>
            <a:endParaRPr lang="nl-NL" dirty="0"/>
          </a:p>
        </p:txBody>
      </p:sp>
      <p:sp>
        <p:nvSpPr>
          <p:cNvPr id="10" name="Slide Number Placeholder 9">
            <a:extLst>
              <a:ext uri="{FF2B5EF4-FFF2-40B4-BE49-F238E27FC236}">
                <a16:creationId xmlns:a16="http://schemas.microsoft.com/office/drawing/2014/main" id="{51EC5B58-8ED7-67BC-15A0-C369F1AF6B3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27175052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4 Content - Midnight blue" type="fourObj">
  <p:cSld name="Title and 4 Content - Midnight blue">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hasCustomPrompt="1"/>
          </p:nvPr>
        </p:nvSpPr>
        <p:spPr>
          <a:xfrm>
            <a:off x="457200" y="1411200"/>
            <a:ext cx="26388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nvPr>
        </p:nvSpPr>
        <p:spPr>
          <a:xfrm>
            <a:off x="3340800" y="1411200"/>
            <a:ext cx="26388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quarter" idx="3" hasCustomPrompt="1"/>
          </p:nvPr>
        </p:nvSpPr>
        <p:spPr>
          <a:xfrm>
            <a:off x="6213600" y="1411200"/>
            <a:ext cx="26388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Content Placeholder 5"/>
          <p:cNvSpPr>
            <a:spLocks noGrp="1"/>
          </p:cNvSpPr>
          <p:nvPr>
            <p:ph sz="quarter" idx="4" hasCustomPrompt="1"/>
          </p:nvPr>
        </p:nvSpPr>
        <p:spPr>
          <a:xfrm>
            <a:off x="9093600" y="1411200"/>
            <a:ext cx="2638800" cy="4878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7" name="Text Placeholder 6">
            <a:extLst>
              <a:ext uri="{FF2B5EF4-FFF2-40B4-BE49-F238E27FC236}">
                <a16:creationId xmlns:a16="http://schemas.microsoft.com/office/drawing/2014/main" id="{B7E6927B-0694-0EBA-513B-68CAE3D6EF52}"/>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bg2"/>
                </a:solidFill>
              </a:defRPr>
            </a:lvl1pPr>
          </a:lstStyle>
          <a:p>
            <a:pPr lvl="0"/>
            <a:r>
              <a:rPr lang="nl-NL" dirty="0"/>
              <a:t>Klik om ondertitel toe </a:t>
            </a:r>
            <a:r>
              <a:rPr lang="nl-NL"/>
              <a:t>te voegen</a:t>
            </a:r>
            <a:endParaRPr lang="nl-NL" dirty="0"/>
          </a:p>
        </p:txBody>
      </p:sp>
      <p:sp>
        <p:nvSpPr>
          <p:cNvPr id="9" name="Title 8">
            <a:extLst>
              <a:ext uri="{FF2B5EF4-FFF2-40B4-BE49-F238E27FC236}">
                <a16:creationId xmlns:a16="http://schemas.microsoft.com/office/drawing/2014/main" id="{1A2323E0-E727-5932-93D5-A9CAE6B47EB8}"/>
              </a:ext>
            </a:extLst>
          </p:cNvPr>
          <p:cNvSpPr>
            <a:spLocks noGrp="1"/>
          </p:cNvSpPr>
          <p:nvPr>
            <p:ph type="title" hasCustomPrompt="1"/>
          </p:nvPr>
        </p:nvSpPr>
        <p:spPr/>
        <p:txBody>
          <a:bodyPr>
            <a:noAutofit/>
          </a:bodyPr>
          <a:lstStyle>
            <a:lvl1pPr>
              <a:defRPr>
                <a:solidFill>
                  <a:schemeClr val="bg2"/>
                </a:solidFill>
              </a:defRPr>
            </a:lvl1pPr>
          </a:lstStyle>
          <a:p>
            <a:r>
              <a:rPr lang="nl-NL"/>
              <a:t>Click to edit master title style</a:t>
            </a:r>
            <a:endParaRPr lang="nl-NL" dirty="0"/>
          </a:p>
        </p:txBody>
      </p:sp>
      <p:sp>
        <p:nvSpPr>
          <p:cNvPr id="8" name="Footer Placeholder 7">
            <a:extLst>
              <a:ext uri="{FF2B5EF4-FFF2-40B4-BE49-F238E27FC236}">
                <a16:creationId xmlns:a16="http://schemas.microsoft.com/office/drawing/2014/main" id="{9694D80D-1D44-6836-8C39-E634810F0567}"/>
              </a:ext>
            </a:extLst>
          </p:cNvPr>
          <p:cNvSpPr>
            <a:spLocks noGrp="1"/>
          </p:cNvSpPr>
          <p:nvPr>
            <p:ph type="ftr" sz="quarter" idx="14"/>
          </p:nvPr>
        </p:nvSpPr>
        <p:spPr/>
        <p:txBody>
          <a:bodyPr/>
          <a:lstStyle>
            <a:lvl1pPr>
              <a:defRPr>
                <a:solidFill>
                  <a:schemeClr val="bg1"/>
                </a:solidFill>
              </a:defRPr>
            </a:lvl1pPr>
          </a:lstStyle>
          <a:p>
            <a:endParaRPr lang="nl-NL" dirty="0">
              <a:solidFill>
                <a:schemeClr val="bg1"/>
              </a:solidFill>
            </a:endParaRPr>
          </a:p>
        </p:txBody>
      </p:sp>
      <p:sp>
        <p:nvSpPr>
          <p:cNvPr id="10" name="Slide Number Placeholder 9">
            <a:extLst>
              <a:ext uri="{FF2B5EF4-FFF2-40B4-BE49-F238E27FC236}">
                <a16:creationId xmlns:a16="http://schemas.microsoft.com/office/drawing/2014/main" id="{51EC5B58-8ED7-67BC-15A0-C369F1AF6B30}"/>
              </a:ext>
            </a:extLst>
          </p:cNvPr>
          <p:cNvSpPr>
            <a:spLocks noGrp="1"/>
          </p:cNvSpPr>
          <p:nvPr>
            <p:ph type="sldNum" sz="quarter" idx="15"/>
          </p:nvPr>
        </p:nvSpPr>
        <p:spPr/>
        <p:txBody>
          <a:bodyPr/>
          <a:lstStyle>
            <a:lvl1pPr>
              <a:defRPr>
                <a:solidFill>
                  <a:schemeClr val="bg1"/>
                </a:solidFill>
              </a:defRPr>
            </a:lvl1pPr>
          </a:lstStyle>
          <a:p>
            <a:fld id="{CC823384-2074-4C75-9031-ACAC8BCA8354}" type="slidenum">
              <a:rPr lang="nl-NL" smtClean="0"/>
              <a:pPr/>
              <a:t>‹#›</a:t>
            </a:fld>
            <a:endParaRPr lang="nl-NL" dirty="0"/>
          </a:p>
        </p:txBody>
      </p:sp>
      <p:sp>
        <p:nvSpPr>
          <p:cNvPr id="2" name="Copyright">
            <a:extLst>
              <a:ext uri="{FF2B5EF4-FFF2-40B4-BE49-F238E27FC236}">
                <a16:creationId xmlns:a16="http://schemas.microsoft.com/office/drawing/2014/main" id="{FAAA92CC-4A99-670E-4528-CC0289AD6823}"/>
              </a:ext>
            </a:extLst>
          </p:cNvPr>
          <p:cNvSpPr txBox="1">
            <a:spLocks/>
          </p:cNvSpPr>
          <p:nvPr userDrawn="1"/>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bg1"/>
                </a:solidFill>
              </a:rPr>
              <a:t>© 2026 Marsh. Alle rechten </a:t>
            </a:r>
            <a:r>
              <a:rPr lang="nl-NL" sz="700">
                <a:solidFill>
                  <a:schemeClr val="bg1"/>
                </a:solidFill>
              </a:rPr>
              <a:t>voorbehouden.</a:t>
            </a:r>
            <a:endParaRPr lang="nl-NL" sz="700" dirty="0">
              <a:solidFill>
                <a:schemeClr val="bg1"/>
              </a:solidFill>
            </a:endParaRPr>
          </a:p>
        </p:txBody>
      </p:sp>
      <p:sp>
        <p:nvSpPr>
          <p:cNvPr id="11" name="Footer Rule">
            <a:extLst>
              <a:ext uri="{FF2B5EF4-FFF2-40B4-BE49-F238E27FC236}">
                <a16:creationId xmlns:a16="http://schemas.microsoft.com/office/drawing/2014/main" id="{1EBA69C7-F645-CD8C-A039-C3FD49194050}"/>
              </a:ext>
            </a:extLst>
          </p:cNvPr>
          <p:cNvSpPr/>
          <p:nvPr userDrawn="1"/>
        </p:nvSpPr>
        <p:spPr>
          <a:xfrm>
            <a:off x="457200" y="6400800"/>
            <a:ext cx="11278800" cy="0"/>
          </a:xfrm>
          <a:prstGeom prst="line">
            <a:avLst/>
          </a:prstGeom>
          <a:noFill/>
          <a:ln w="6350">
            <a:solidFill>
              <a:schemeClr val="bg1"/>
            </a:solidFill>
            <a:prstDash val="solid"/>
            <a:headEnd type="none"/>
            <a:tailEnd type="none"/>
          </a:ln>
        </p:spPr>
        <p:txBody>
          <a:bodyPr lIns="0" tIns="0" rIns="0" bIns="0"/>
          <a:lstStyle/>
          <a:p>
            <a:endParaRPr lang="nl-NL" sz="700" dirty="0">
              <a:solidFill>
                <a:schemeClr val="tx1"/>
              </a:solidFill>
            </a:endParaRPr>
          </a:p>
        </p:txBody>
      </p:sp>
      <p:pic>
        <p:nvPicPr>
          <p:cNvPr id="13" name="ContentLogo_WHITE" descr="The Mercer company logo.">
            <a:extLst>
              <a:ext uri="{FF2B5EF4-FFF2-40B4-BE49-F238E27FC236}">
                <a16:creationId xmlns:a16="http://schemas.microsoft.com/office/drawing/2014/main" id="{15BACB88-DEFF-2A46-394C-68FDF999EA8A}"/>
              </a:ext>
            </a:extLst>
          </p:cNvPr>
          <p:cNvPicPr>
            <a:picLocks noChangeAspect="1"/>
          </p:cNvPicPr>
          <p:nvPr userDrawn="1"/>
        </p:nvPicPr>
        <p:blipFill>
          <a:blip r:embed="rId2"/>
          <a:stretch>
            <a:fillRect/>
          </a:stretch>
        </p:blipFill>
        <p:spPr bwMode="invGray">
          <a:xfrm>
            <a:off x="457200" y="6537960"/>
            <a:ext cx="752858" cy="164592"/>
          </a:xfrm>
          <a:prstGeom prst="rect">
            <a:avLst/>
          </a:prstGeom>
        </p:spPr>
      </p:pic>
      <p:pic>
        <p:nvPicPr>
          <p:cNvPr id="15" name="ContentLogo_COLOUR" descr="The Mercer company logo." hidden="1">
            <a:extLst>
              <a:ext uri="{FF2B5EF4-FFF2-40B4-BE49-F238E27FC236}">
                <a16:creationId xmlns:a16="http://schemas.microsoft.com/office/drawing/2014/main" id="{17A0AC3B-481A-194D-560A-BEAD082EBEC3}"/>
              </a:ext>
            </a:extLst>
          </p:cNvPr>
          <p:cNvPicPr>
            <a:picLocks noChangeAspect="1"/>
          </p:cNvPicPr>
          <p:nvPr userDrawn="1"/>
        </p:nvPicPr>
        <p:blipFill>
          <a:blip r:embed="rId3"/>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26617408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4 Content - Sky blue" type="fourObj">
  <p:cSld name="Title and 4 Content - Sky blue">
    <p:bg>
      <p:bgPr>
        <a:solidFill>
          <a:schemeClr val="bg2"/>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hasCustomPrompt="1"/>
          </p:nvPr>
        </p:nvSpPr>
        <p:spPr>
          <a:xfrm>
            <a:off x="4572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4" name="Content Placeholder 3"/>
          <p:cNvSpPr>
            <a:spLocks noGrp="1"/>
          </p:cNvSpPr>
          <p:nvPr>
            <p:ph sz="quarter" idx="2" hasCustomPrompt="1"/>
          </p:nvPr>
        </p:nvSpPr>
        <p:spPr>
          <a:xfrm>
            <a:off x="33408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5" name="Content Placeholder 4"/>
          <p:cNvSpPr>
            <a:spLocks noGrp="1"/>
          </p:cNvSpPr>
          <p:nvPr>
            <p:ph sz="quarter" idx="3" hasCustomPrompt="1"/>
          </p:nvPr>
        </p:nvSpPr>
        <p:spPr>
          <a:xfrm>
            <a:off x="62136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6" name="Content Placeholder 5"/>
          <p:cNvSpPr>
            <a:spLocks noGrp="1"/>
          </p:cNvSpPr>
          <p:nvPr>
            <p:ph sz="quarter" idx="4" hasCustomPrompt="1"/>
          </p:nvPr>
        </p:nvSpPr>
        <p:spPr>
          <a:xfrm>
            <a:off x="9093600" y="1411200"/>
            <a:ext cx="2638800" cy="4878000"/>
          </a:xfrm>
        </p:spPr>
        <p:txBody>
          <a:bodyPr/>
          <a:lstStyle>
            <a:lvl1pPr>
              <a:defRPr>
                <a:solidFill>
                  <a:schemeClr val="tx1"/>
                </a:solidFill>
              </a:defRPr>
            </a:lvl1pPr>
          </a:lstStyle>
          <a:p>
            <a:pPr lvl="0"/>
            <a:r>
              <a:rPr lang="nl-NL" dirty="0"/>
              <a:t>Klik om tekst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7" name="Text Placeholder 6">
            <a:extLst>
              <a:ext uri="{FF2B5EF4-FFF2-40B4-BE49-F238E27FC236}">
                <a16:creationId xmlns:a16="http://schemas.microsoft.com/office/drawing/2014/main" id="{B7E6927B-0694-0EBA-513B-68CAE3D6EF52}"/>
              </a:ext>
            </a:extLst>
          </p:cNvPr>
          <p:cNvSpPr>
            <a:spLocks noGrp="1"/>
          </p:cNvSpPr>
          <p:nvPr>
            <p:ph type="body" sz="quarter" idx="12" hasCustomPrompt="1"/>
          </p:nvPr>
        </p:nvSpPr>
        <p:spPr>
          <a:xfrm>
            <a:off x="457200" y="975600"/>
            <a:ext cx="11278800" cy="320400"/>
          </a:xfrm>
        </p:spPr>
        <p:txBody>
          <a:bodyPr/>
          <a:lstStyle>
            <a:lvl1pPr marL="0" indent="0">
              <a:buNone/>
              <a:defRPr sz="1600" b="0">
                <a:solidFill>
                  <a:schemeClr val="tx1"/>
                </a:solidFill>
              </a:defRPr>
            </a:lvl1pPr>
          </a:lstStyle>
          <a:p>
            <a:pPr lvl="0"/>
            <a:r>
              <a:rPr lang="nl-NL" dirty="0"/>
              <a:t>Klik om ondertitel toe </a:t>
            </a:r>
            <a:r>
              <a:rPr lang="nl-NL"/>
              <a:t>te voegen</a:t>
            </a:r>
            <a:endParaRPr lang="nl-NL" dirty="0"/>
          </a:p>
        </p:txBody>
      </p:sp>
      <p:sp>
        <p:nvSpPr>
          <p:cNvPr id="9" name="Title 8">
            <a:extLst>
              <a:ext uri="{FF2B5EF4-FFF2-40B4-BE49-F238E27FC236}">
                <a16:creationId xmlns:a16="http://schemas.microsoft.com/office/drawing/2014/main" id="{1A2323E0-E727-5932-93D5-A9CAE6B47EB8}"/>
              </a:ext>
            </a:extLst>
          </p:cNvPr>
          <p:cNvSpPr>
            <a:spLocks noGrp="1"/>
          </p:cNvSpPr>
          <p:nvPr>
            <p:ph type="title" hasCustomPrompt="1"/>
          </p:nvPr>
        </p:nvSpPr>
        <p:spPr/>
        <p:txBody>
          <a:bodyPr>
            <a:noAutofit/>
          </a:bodyPr>
          <a:lstStyle>
            <a:lvl1pPr>
              <a:defRPr/>
            </a:lvl1pPr>
          </a:lstStyle>
          <a:p>
            <a:r>
              <a:rPr lang="nl-NL"/>
              <a:t>Click to edit master title style</a:t>
            </a:r>
            <a:endParaRPr lang="nl-NL" dirty="0"/>
          </a:p>
        </p:txBody>
      </p:sp>
      <p:sp>
        <p:nvSpPr>
          <p:cNvPr id="8" name="Footer Placeholder 7">
            <a:extLst>
              <a:ext uri="{FF2B5EF4-FFF2-40B4-BE49-F238E27FC236}">
                <a16:creationId xmlns:a16="http://schemas.microsoft.com/office/drawing/2014/main" id="{9694D80D-1D44-6836-8C39-E634810F0567}"/>
              </a:ext>
            </a:extLst>
          </p:cNvPr>
          <p:cNvSpPr>
            <a:spLocks noGrp="1"/>
          </p:cNvSpPr>
          <p:nvPr>
            <p:ph type="ftr" sz="quarter" idx="14"/>
          </p:nvPr>
        </p:nvSpPr>
        <p:spPr/>
        <p:txBody>
          <a:bodyPr/>
          <a:lstStyle/>
          <a:p>
            <a:endParaRPr lang="nl-NL" dirty="0"/>
          </a:p>
        </p:txBody>
      </p:sp>
      <p:sp>
        <p:nvSpPr>
          <p:cNvPr id="10" name="Slide Number Placeholder 9">
            <a:extLst>
              <a:ext uri="{FF2B5EF4-FFF2-40B4-BE49-F238E27FC236}">
                <a16:creationId xmlns:a16="http://schemas.microsoft.com/office/drawing/2014/main" id="{51EC5B58-8ED7-67BC-15A0-C369F1AF6B30}"/>
              </a:ext>
            </a:extLst>
          </p:cNvPr>
          <p:cNvSpPr>
            <a:spLocks noGrp="1"/>
          </p:cNvSpPr>
          <p:nvPr>
            <p:ph type="sldNum" sz="quarter" idx="15"/>
          </p:nvPr>
        </p:nvSpPr>
        <p:spPr/>
        <p:txBody>
          <a:bodyPr/>
          <a:lstStyle/>
          <a:p>
            <a:fld id="{CC823384-2074-4C75-9031-ACAC8BCA8354}" type="slidenum">
              <a:rPr lang="nl-NL" smtClean="0"/>
              <a:pPr/>
              <a:t>‹#›</a:t>
            </a:fld>
            <a:endParaRPr lang="nl-NL" dirty="0"/>
          </a:p>
        </p:txBody>
      </p:sp>
    </p:spTree>
    <p:extLst>
      <p:ext uri="{BB962C8B-B14F-4D97-AF65-F5344CB8AC3E}">
        <p14:creationId xmlns:p14="http://schemas.microsoft.com/office/powerpoint/2010/main" val="36124223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Agenda" userDrawn="1">
  <p:cSld name="Agenda">
    <p:bg>
      <p:bgPr>
        <a:solidFill>
          <a:schemeClr val="dk1"/>
        </a:solidFill>
        <a:effectLst/>
      </p:bgPr>
    </p:bg>
    <p:spTree>
      <p:nvGrpSpPr>
        <p:cNvPr id="1" name=""/>
        <p:cNvGrpSpPr/>
        <p:nvPr/>
      </p:nvGrpSpPr>
      <p:grpSpPr>
        <a:xfrm>
          <a:off x="0" y="0"/>
          <a:ext cx="0" cy="0"/>
          <a:chOff x="0" y="0"/>
          <a:chExt cx="0" cy="0"/>
        </a:xfrm>
      </p:grpSpPr>
      <p:sp>
        <p:nvSpPr>
          <p:cNvPr id="5" name="Rule">
            <a:extLst>
              <a:ext uri="{FF2B5EF4-FFF2-40B4-BE49-F238E27FC236}">
                <a16:creationId xmlns:a16="http://schemas.microsoft.com/office/drawing/2014/main" id="{87774E20-C39B-CC3C-CA86-73CF1D07D094}"/>
              </a:ext>
            </a:extLst>
          </p:cNvPr>
          <p:cNvSpPr/>
          <p:nvPr userDrawn="1"/>
        </p:nvSpPr>
        <p:spPr>
          <a:xfrm rot="-5400000">
            <a:off x="3160709" y="3417460"/>
            <a:ext cx="5872894" cy="0"/>
          </a:xfrm>
          <a:prstGeom prst="line">
            <a:avLst/>
          </a:prstGeom>
          <a:noFill/>
          <a:ln w="12700">
            <a:solidFill>
              <a:schemeClr val="lt2"/>
            </a:solidFill>
            <a:prstDash val="solid"/>
            <a:headEnd type="none"/>
            <a:tailEnd type="none"/>
          </a:ln>
        </p:spPr>
        <p:txBody>
          <a:bodyPr/>
          <a:lstStyle/>
          <a:p>
            <a:endParaRPr lang="nl-NL" dirty="0"/>
          </a:p>
        </p:txBody>
      </p:sp>
      <p:sp>
        <p:nvSpPr>
          <p:cNvPr id="10" name="Text Placeholder 1">
            <a:extLst>
              <a:ext uri="{FF2B5EF4-FFF2-40B4-BE49-F238E27FC236}">
                <a16:creationId xmlns:a16="http://schemas.microsoft.com/office/drawing/2014/main" id="{1051EDF5-F149-19BD-6BE8-19C6F6D8FA12}"/>
              </a:ext>
            </a:extLst>
          </p:cNvPr>
          <p:cNvSpPr>
            <a:spLocks noGrp="1"/>
          </p:cNvSpPr>
          <p:nvPr>
            <p:ph type="body" sz="quarter" idx="12" hasCustomPrompt="1"/>
          </p:nvPr>
        </p:nvSpPr>
        <p:spPr>
          <a:xfrm>
            <a:off x="6217200" y="381600"/>
            <a:ext cx="5518800" cy="5904000"/>
          </a:xfrm>
        </p:spPr>
        <p:txBody>
          <a:bodyPr tIns="137160"/>
          <a:lstStyle>
            <a:lvl1pPr marL="342900" indent="-342900">
              <a:buFont typeface="+mj-lt"/>
              <a:buAutoNum type="arabicPeriod"/>
              <a:defRPr>
                <a:solidFill>
                  <a:schemeClr val="lt2"/>
                </a:solidFill>
              </a:defRPr>
            </a:lvl1pPr>
            <a:lvl2pPr>
              <a:defRPr>
                <a:solidFill>
                  <a:schemeClr val="lt2"/>
                </a:solidFill>
              </a:defRPr>
            </a:lvl2pPr>
            <a:lvl3pPr>
              <a:defRPr>
                <a:solidFill>
                  <a:schemeClr val="lt2"/>
                </a:solidFill>
              </a:defRPr>
            </a:lvl3pPr>
            <a:lvl4pPr>
              <a:defRPr>
                <a:solidFill>
                  <a:schemeClr val="lt2"/>
                </a:solidFill>
              </a:defRPr>
            </a:lvl4pPr>
            <a:lvl5pPr>
              <a:defRPr>
                <a:solidFill>
                  <a:schemeClr val="lt2"/>
                </a:solidFill>
              </a:defRPr>
            </a:lvl5pPr>
            <a:lvl6pPr>
              <a:defRPr>
                <a:solidFill>
                  <a:schemeClr val="lt2"/>
                </a:solidFill>
              </a:defRPr>
            </a:lvl6pPr>
            <a:lvl7pPr>
              <a:defRPr>
                <a:solidFill>
                  <a:schemeClr val="lt2"/>
                </a:solidFill>
              </a:defRPr>
            </a:lvl7pPr>
            <a:lvl8pPr>
              <a:defRPr>
                <a:solidFill>
                  <a:schemeClr val="lt2"/>
                </a:solidFill>
              </a:defRPr>
            </a:lvl8pPr>
            <a:lvl9pPr>
              <a:defRPr>
                <a:solidFill>
                  <a:schemeClr val="lt2"/>
                </a:solidFill>
              </a:defRPr>
            </a:lvl9pPr>
          </a:lstStyle>
          <a:p>
            <a:pPr lvl="0"/>
            <a:r>
              <a:rPr lang="nl-NL" dirty="0"/>
              <a:t>Klik om onderwerp toe te voegen</a:t>
            </a:r>
          </a:p>
          <a:p>
            <a:pPr lvl="1"/>
            <a:r>
              <a:rPr lang="nl-NL" dirty="0"/>
              <a:t>2</a:t>
            </a:r>
          </a:p>
          <a:p>
            <a:pPr lvl="2"/>
            <a:r>
              <a:rPr lang="nl-NL" dirty="0"/>
              <a:t>3</a:t>
            </a:r>
          </a:p>
          <a:p>
            <a:pPr lvl="3"/>
            <a:r>
              <a:rPr lang="nl-NL" dirty="0"/>
              <a:t>4</a:t>
            </a:r>
          </a:p>
          <a:p>
            <a:pPr lvl="4"/>
            <a:r>
              <a:rPr lang="nl-NL" dirty="0"/>
              <a:t>5</a:t>
            </a:r>
          </a:p>
          <a:p>
            <a:pPr lvl="5"/>
            <a:r>
              <a:rPr lang="nl-NL" dirty="0"/>
              <a:t>6</a:t>
            </a:r>
          </a:p>
          <a:p>
            <a:pPr lvl="6"/>
            <a:r>
              <a:rPr lang="nl-NL" dirty="0"/>
              <a:t>7</a:t>
            </a:r>
          </a:p>
          <a:p>
            <a:pPr lvl="7"/>
            <a:r>
              <a:rPr lang="nl-NL" dirty="0"/>
              <a:t>8</a:t>
            </a:r>
          </a:p>
          <a:p>
            <a:pPr lvl="8"/>
            <a:r>
              <a:rPr lang="nl-NL"/>
              <a:t>9</a:t>
            </a:r>
            <a:endParaRPr lang="nl-NL" dirty="0"/>
          </a:p>
        </p:txBody>
      </p:sp>
      <p:sp>
        <p:nvSpPr>
          <p:cNvPr id="2" name="Title 1">
            <a:extLst>
              <a:ext uri="{FF2B5EF4-FFF2-40B4-BE49-F238E27FC236}">
                <a16:creationId xmlns:a16="http://schemas.microsoft.com/office/drawing/2014/main" id="{61173B62-3AC5-E42A-58D7-F381B96F8296}"/>
              </a:ext>
            </a:extLst>
          </p:cNvPr>
          <p:cNvSpPr>
            <a:spLocks noGrp="1"/>
          </p:cNvSpPr>
          <p:nvPr>
            <p:ph type="title" hasCustomPrompt="1"/>
          </p:nvPr>
        </p:nvSpPr>
        <p:spPr>
          <a:xfrm>
            <a:off x="457200" y="381600"/>
            <a:ext cx="5518800" cy="5904000"/>
          </a:xfrm>
          <a:prstGeom prst="rect">
            <a:avLst/>
          </a:prstGeom>
        </p:spPr>
        <p:txBody>
          <a:bodyPr anchor="t" anchorCtr="0"/>
          <a:lstStyle>
            <a:lvl1pPr>
              <a:defRPr sz="6400" b="0" i="0">
                <a:solidFill>
                  <a:schemeClr val="lt2"/>
                </a:solidFill>
                <a:latin typeface="+mj-lt"/>
              </a:defRPr>
            </a:lvl1pPr>
          </a:lstStyle>
          <a:p>
            <a:r>
              <a:rPr lang="nl-NL"/>
              <a:t>Agenda</a:t>
            </a:r>
            <a:endParaRPr lang="nl-NL" dirty="0"/>
          </a:p>
        </p:txBody>
      </p:sp>
      <p:pic>
        <p:nvPicPr>
          <p:cNvPr id="4" name="ContentLogo_WHITE" descr="The Mercer company logo.">
            <a:extLst>
              <a:ext uri="{FF2B5EF4-FFF2-40B4-BE49-F238E27FC236}">
                <a16:creationId xmlns:a16="http://schemas.microsoft.com/office/drawing/2014/main" id="{990B249F-CC35-66F8-D51E-E695550ED233}"/>
              </a:ext>
            </a:extLst>
          </p:cNvPr>
          <p:cNvPicPr>
            <a:picLocks noChangeAspect="1"/>
          </p:cNvPicPr>
          <p:nvPr userDrawn="1"/>
        </p:nvPicPr>
        <p:blipFill>
          <a:blip r:embed="rId2"/>
          <a:stretch>
            <a:fillRect/>
          </a:stretch>
        </p:blipFill>
        <p:spPr bwMode="invGray">
          <a:xfrm>
            <a:off x="457200" y="6537960"/>
            <a:ext cx="752858" cy="164592"/>
          </a:xfrm>
          <a:prstGeom prst="rect">
            <a:avLst/>
          </a:prstGeom>
        </p:spPr>
      </p:pic>
      <p:pic>
        <p:nvPicPr>
          <p:cNvPr id="7" name="ContentLogo_COLOUR" descr="The Mercer company logo." hidden="1">
            <a:extLst>
              <a:ext uri="{FF2B5EF4-FFF2-40B4-BE49-F238E27FC236}">
                <a16:creationId xmlns:a16="http://schemas.microsoft.com/office/drawing/2014/main" id="{C093E967-8AF6-117C-0769-5EA87F236C49}"/>
              </a:ext>
            </a:extLst>
          </p:cNvPr>
          <p:cNvPicPr>
            <a:picLocks noChangeAspect="1"/>
          </p:cNvPicPr>
          <p:nvPr userDrawn="1"/>
        </p:nvPicPr>
        <p:blipFill>
          <a:blip r:embed="rId3"/>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39149379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Divider Slide" type="secHead">
  <p:cSld name="Divider Slide">
    <p:bg>
      <p:bgPr>
        <a:solidFill>
          <a:schemeClr val="lt2"/>
        </a:solidFill>
        <a:effectLst/>
      </p:bgPr>
    </p:b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4F761A1B-C4CA-BC05-524B-40620F1040C4}"/>
              </a:ext>
            </a:extLst>
          </p:cNvPr>
          <p:cNvSpPr>
            <a:spLocks noGrp="1"/>
          </p:cNvSpPr>
          <p:nvPr>
            <p:ph type="body" sz="quarter" idx="10" hasCustomPrompt="1"/>
          </p:nvPr>
        </p:nvSpPr>
        <p:spPr>
          <a:xfrm>
            <a:off x="7412400" y="2493304"/>
            <a:ext cx="4322400" cy="5032017"/>
          </a:xfrm>
        </p:spPr>
        <p:txBody>
          <a:bodyPr anchor="b"/>
          <a:lstStyle>
            <a:lvl1pPr marL="0" indent="0" algn="r">
              <a:buNone/>
              <a:defRPr sz="24200" b="0" i="0">
                <a:solidFill>
                  <a:schemeClr val="dk1"/>
                </a:solidFill>
                <a:latin typeface="+mj-lt"/>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nl-NL"/>
              <a:t>#</a:t>
            </a:r>
            <a:endParaRPr lang="nl-NL" dirty="0"/>
          </a:p>
        </p:txBody>
      </p:sp>
      <p:sp>
        <p:nvSpPr>
          <p:cNvPr id="5" name="Title 2">
            <a:extLst>
              <a:ext uri="{FF2B5EF4-FFF2-40B4-BE49-F238E27FC236}">
                <a16:creationId xmlns:a16="http://schemas.microsoft.com/office/drawing/2014/main" id="{2ED18453-854E-C783-5410-0CF0975ADEC1}"/>
              </a:ext>
            </a:extLst>
          </p:cNvPr>
          <p:cNvSpPr>
            <a:spLocks noGrp="1"/>
          </p:cNvSpPr>
          <p:nvPr>
            <p:ph type="title" hasCustomPrompt="1"/>
          </p:nvPr>
        </p:nvSpPr>
        <p:spPr>
          <a:xfrm>
            <a:off x="457200" y="381600"/>
            <a:ext cx="5752800" cy="5660246"/>
          </a:xfrm>
          <a:prstGeom prst="rect">
            <a:avLst/>
          </a:prstGeom>
        </p:spPr>
        <p:txBody>
          <a:bodyPr anchor="t" anchorCtr="0"/>
          <a:lstStyle>
            <a:lvl1pPr>
              <a:defRPr sz="6400" b="0" i="0">
                <a:solidFill>
                  <a:schemeClr val="dk1"/>
                </a:solidFill>
                <a:latin typeface="+mj-lt"/>
              </a:defRPr>
            </a:lvl1pPr>
          </a:lstStyle>
          <a:p>
            <a:r>
              <a:rPr lang="nl-NL" dirty="0"/>
              <a:t>Klik om titel toe </a:t>
            </a:r>
            <a:r>
              <a:rPr lang="nl-NL"/>
              <a:t>te voegen</a:t>
            </a:r>
            <a:endParaRPr lang="nl-NL" dirty="0"/>
          </a:p>
        </p:txBody>
      </p:sp>
      <p:pic>
        <p:nvPicPr>
          <p:cNvPr id="3" name="ContentLogo_WHITE" descr="The Mercer company logo." hidden="1">
            <a:extLst>
              <a:ext uri="{FF2B5EF4-FFF2-40B4-BE49-F238E27FC236}">
                <a16:creationId xmlns:a16="http://schemas.microsoft.com/office/drawing/2014/main" id="{A3FA0170-B807-4F38-FCED-3F0DF223F0C2}"/>
              </a:ext>
            </a:extLst>
          </p:cNvPr>
          <p:cNvPicPr>
            <a:picLocks noChangeAspect="1"/>
          </p:cNvPicPr>
          <p:nvPr userDrawn="1"/>
        </p:nvPicPr>
        <p:blipFill>
          <a:blip r:embed="rId2"/>
          <a:stretch>
            <a:fillRect/>
          </a:stretch>
        </p:blipFill>
        <p:spPr bwMode="invGray">
          <a:xfrm>
            <a:off x="457200" y="6537960"/>
            <a:ext cx="752858" cy="164592"/>
          </a:xfrm>
          <a:prstGeom prst="rect">
            <a:avLst/>
          </a:prstGeom>
        </p:spPr>
      </p:pic>
      <p:pic>
        <p:nvPicPr>
          <p:cNvPr id="6" name="ContentLogo_COLOUR" descr="The Mercer company logo.">
            <a:extLst>
              <a:ext uri="{FF2B5EF4-FFF2-40B4-BE49-F238E27FC236}">
                <a16:creationId xmlns:a16="http://schemas.microsoft.com/office/drawing/2014/main" id="{9354335B-510C-A2EB-9441-A892514DCF46}"/>
              </a:ext>
            </a:extLst>
          </p:cNvPr>
          <p:cNvPicPr>
            <a:picLocks noChangeAspect="1"/>
          </p:cNvPicPr>
          <p:nvPr userDrawn="1"/>
        </p:nvPicPr>
        <p:blipFill>
          <a:blip r:embed="rId3"/>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309048641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Back Cover" userDrawn="1">
  <p:cSld name="Back Cover">
    <p:bg>
      <p:bgPr>
        <a:solidFill>
          <a:schemeClr val="lt2"/>
        </a:solidFill>
        <a:effectLst/>
      </p:bgPr>
    </p:bg>
    <p:spTree>
      <p:nvGrpSpPr>
        <p:cNvPr id="1" name=""/>
        <p:cNvGrpSpPr/>
        <p:nvPr/>
      </p:nvGrpSpPr>
      <p:grpSpPr>
        <a:xfrm>
          <a:off x="0" y="0"/>
          <a:ext cx="0" cy="0"/>
          <a:chOff x="0" y="0"/>
          <a:chExt cx="0" cy="0"/>
        </a:xfrm>
      </p:grpSpPr>
      <p:sp>
        <p:nvSpPr>
          <p:cNvPr id="6" name="FileRef" hidden="1">
            <a:extLst>
              <a:ext uri="{FF2B5EF4-FFF2-40B4-BE49-F238E27FC236}">
                <a16:creationId xmlns:a16="http://schemas.microsoft.com/office/drawing/2014/main" id="{09BA50B2-6484-EC4D-AF6E-8573FB70C5FE}"/>
              </a:ext>
            </a:extLst>
          </p:cNvPr>
          <p:cNvSpPr txBox="1"/>
          <p:nvPr userDrawn="1"/>
        </p:nvSpPr>
        <p:spPr>
          <a:xfrm>
            <a:off x="6210000" y="5382000"/>
            <a:ext cx="5526000" cy="396000"/>
          </a:xfrm>
          <a:prstGeom prst="rect">
            <a:avLst/>
          </a:prstGeom>
          <a:noFill/>
        </p:spPr>
        <p:txBody>
          <a:bodyPr wrap="none" lIns="0" tIns="0" rIns="0" bIns="0" rtlCol="0" anchor="b" anchorCtr="0">
            <a:noAutofit/>
          </a:bodyPr>
          <a:lstStyle/>
          <a:p>
            <a:pPr indent="-457200" algn="r">
              <a:spcBef>
                <a:spcPts val="1800"/>
              </a:spcBef>
            </a:pPr>
            <a:r>
              <a:rPr lang="nl-NL" sz="800">
                <a:solidFill>
                  <a:schemeClr val="dk1"/>
                </a:solidFill>
              </a:rPr>
              <a:t>{FileRef}</a:t>
            </a:r>
            <a:endParaRPr lang="nl-NL" sz="800" dirty="0">
              <a:solidFill>
                <a:schemeClr val="dk1"/>
              </a:solidFill>
            </a:endParaRPr>
          </a:p>
        </p:txBody>
      </p:sp>
      <p:sp>
        <p:nvSpPr>
          <p:cNvPr id="16" name="Text Placeholder 11">
            <a:extLst>
              <a:ext uri="{FF2B5EF4-FFF2-40B4-BE49-F238E27FC236}">
                <a16:creationId xmlns:a16="http://schemas.microsoft.com/office/drawing/2014/main" id="{19BC8DB0-975F-CCF8-758D-35DEB9A76936}"/>
              </a:ext>
            </a:extLst>
          </p:cNvPr>
          <p:cNvSpPr>
            <a:spLocks noGrp="1"/>
          </p:cNvSpPr>
          <p:nvPr>
            <p:ph type="body" sz="quarter" idx="10" hasCustomPrompt="1"/>
          </p:nvPr>
        </p:nvSpPr>
        <p:spPr>
          <a:xfrm>
            <a:off x="457200" y="1411200"/>
            <a:ext cx="11278800" cy="4166640"/>
          </a:xfrm>
          <a:prstGeom prst="rect">
            <a:avLst/>
          </a:prstGeom>
        </p:spPr>
        <p:txBody>
          <a:bodyPr lIns="0" tIns="0" rIns="0" bIns="0" anchor="t" anchorCtr="0">
            <a:normAutofit/>
          </a:bodyPr>
          <a:lstStyle>
            <a:lvl1pPr marL="0" indent="0">
              <a:spcBef>
                <a:spcPts val="0"/>
              </a:spcBef>
              <a:spcAft>
                <a:spcPts val="400"/>
              </a:spcAft>
              <a:buNone/>
              <a:defRPr sz="800">
                <a:solidFill>
                  <a:schemeClr val="dk1"/>
                </a:solidFill>
              </a:defRPr>
            </a:lvl1pPr>
          </a:lstStyle>
          <a:p>
            <a:pPr lvl="0"/>
            <a:r>
              <a:rPr lang="nl-NL" dirty="0"/>
              <a:t>Klik om optionele disclaimer toe </a:t>
            </a:r>
            <a:r>
              <a:rPr lang="nl-NL"/>
              <a:t>te voegen</a:t>
            </a:r>
            <a:endParaRPr lang="nl-NL" dirty="0"/>
          </a:p>
        </p:txBody>
      </p:sp>
      <p:sp>
        <p:nvSpPr>
          <p:cNvPr id="18" name="Purpose">
            <a:extLst>
              <a:ext uri="{FF2B5EF4-FFF2-40B4-BE49-F238E27FC236}">
                <a16:creationId xmlns:a16="http://schemas.microsoft.com/office/drawing/2014/main" id="{33265701-6D53-6A3D-4181-B4BB94559EC0}"/>
              </a:ext>
            </a:extLst>
          </p:cNvPr>
          <p:cNvSpPr/>
          <p:nvPr userDrawn="1"/>
        </p:nvSpPr>
        <p:spPr>
          <a:xfrm>
            <a:off x="457200" y="6055200"/>
            <a:ext cx="11278800" cy="486144"/>
          </a:xfrm>
          <a:prstGeom prst="rect">
            <a:avLst/>
          </a:prstGeom>
          <a:noFill/>
          <a:ln/>
        </p:spPr>
        <p:txBody>
          <a:bodyPr wrap="square" lIns="0" tIns="0" rIns="0" bIns="0" rtlCol="0" anchor="t">
            <a:normAutofit/>
          </a:bodyPr>
          <a:lstStyle/>
          <a:p>
            <a:pPr algn="r">
              <a:lnSpc>
                <a:spcPct val="120000"/>
              </a:lnSpc>
              <a:spcAft>
                <a:spcPts val="0"/>
              </a:spcAft>
            </a:pPr>
            <a:r>
              <a:rPr lang="nl-NL" sz="1100">
                <a:solidFill>
                  <a:schemeClr val="dk1"/>
                </a:solidFill>
                <a:latin typeface="+mn-lt"/>
                <a:ea typeface="Noto Sans" pitchFamily="34" charset="-122"/>
                <a:cs typeface="Arial" panose="020B0604020202020204" pitchFamily="34" charset="0"/>
              </a:rPr>
              <a:t>We are leaders in risk, strategy and people. One company united by a shared</a:t>
            </a:r>
          </a:p>
          <a:p>
            <a:pPr algn="r">
              <a:lnSpc>
                <a:spcPct val="120000"/>
              </a:lnSpc>
              <a:spcAft>
                <a:spcPts val="0"/>
              </a:spcAft>
            </a:pPr>
            <a:r>
              <a:rPr lang="nl-NL" sz="1100">
                <a:solidFill>
                  <a:schemeClr val="dk1"/>
                </a:solidFill>
                <a:latin typeface="+mn-lt"/>
                <a:ea typeface="Noto Sans" pitchFamily="34" charset="-122"/>
                <a:cs typeface="Arial" panose="020B0604020202020204" pitchFamily="34" charset="0"/>
              </a:rPr>
              <a:t>purpose to build the confidence to thrive through the power of perspective.</a:t>
            </a:r>
            <a:endParaRPr lang="nl-NL" sz="1100" dirty="0">
              <a:solidFill>
                <a:schemeClr val="dk1"/>
              </a:solidFill>
              <a:latin typeface="+mn-lt"/>
            </a:endParaRPr>
          </a:p>
        </p:txBody>
      </p:sp>
      <p:sp>
        <p:nvSpPr>
          <p:cNvPr id="2" name="Slide Number Placeholder 3">
            <a:extLst>
              <a:ext uri="{FF2B5EF4-FFF2-40B4-BE49-F238E27FC236}">
                <a16:creationId xmlns:a16="http://schemas.microsoft.com/office/drawing/2014/main" id="{DE383406-A41F-86A0-6C9B-01677B288AC4}"/>
              </a:ext>
            </a:extLst>
          </p:cNvPr>
          <p:cNvSpPr txBox="1">
            <a:spLocks/>
          </p:cNvSpPr>
          <p:nvPr userDrawn="1"/>
        </p:nvSpPr>
        <p:spPr>
          <a:xfrm>
            <a:off x="6210000" y="6602400"/>
            <a:ext cx="55260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dirty="0">
                <a:solidFill>
                  <a:schemeClr val="dk1"/>
                </a:solidFill>
              </a:rPr>
              <a:t>© 2026 Marsh. Alle rechten </a:t>
            </a:r>
            <a:r>
              <a:rPr lang="nl-NL" sz="700">
                <a:solidFill>
                  <a:schemeClr val="dk1"/>
                </a:solidFill>
              </a:rPr>
              <a:t>voorbehouden.</a:t>
            </a:r>
            <a:endParaRPr lang="nl-NL" sz="700" dirty="0">
              <a:solidFill>
                <a:schemeClr val="dk1"/>
              </a:solidFill>
            </a:endParaRPr>
          </a:p>
        </p:txBody>
      </p:sp>
      <p:pic>
        <p:nvPicPr>
          <p:cNvPr id="4" name="MainBackLogo_WHITE" descr="The Mercer company logo." hidden="1">
            <a:extLst>
              <a:ext uri="{FF2B5EF4-FFF2-40B4-BE49-F238E27FC236}">
                <a16:creationId xmlns:a16="http://schemas.microsoft.com/office/drawing/2014/main" id="{F7B4AEB4-2DDD-5973-8D6D-117BE8D6656E}"/>
              </a:ext>
            </a:extLst>
          </p:cNvPr>
          <p:cNvPicPr>
            <a:picLocks noChangeAspect="1"/>
          </p:cNvPicPr>
          <p:nvPr userDrawn="1"/>
        </p:nvPicPr>
        <p:blipFill>
          <a:blip r:embed="rId2"/>
          <a:stretch>
            <a:fillRect/>
          </a:stretch>
        </p:blipFill>
        <p:spPr bwMode="invGray">
          <a:xfrm>
            <a:off x="457200" y="457200"/>
            <a:ext cx="1673355" cy="365761"/>
          </a:xfrm>
          <a:prstGeom prst="rect">
            <a:avLst/>
          </a:prstGeom>
        </p:spPr>
      </p:pic>
      <p:pic>
        <p:nvPicPr>
          <p:cNvPr id="7" name="MainBackLogo_COLOUR" descr="The Mercer company logo.">
            <a:extLst>
              <a:ext uri="{FF2B5EF4-FFF2-40B4-BE49-F238E27FC236}">
                <a16:creationId xmlns:a16="http://schemas.microsoft.com/office/drawing/2014/main" id="{7DC1FA59-66BC-EC49-6860-94212DB1516F}"/>
              </a:ext>
            </a:extLst>
          </p:cNvPr>
          <p:cNvPicPr>
            <a:picLocks noChangeAspect="1"/>
          </p:cNvPicPr>
          <p:nvPr userDrawn="1"/>
        </p:nvPicPr>
        <p:blipFill>
          <a:blip r:embed="rId3"/>
          <a:stretch>
            <a:fillRect/>
          </a:stretch>
        </p:blipFill>
        <p:spPr bwMode="invGray">
          <a:xfrm>
            <a:off x="457200" y="457200"/>
            <a:ext cx="1673355" cy="365761"/>
          </a:xfrm>
          <a:prstGeom prst="rect">
            <a:avLst/>
          </a:prstGeom>
        </p:spPr>
      </p:pic>
    </p:spTree>
    <p:extLst>
      <p:ext uri="{BB962C8B-B14F-4D97-AF65-F5344CB8AC3E}">
        <p14:creationId xmlns:p14="http://schemas.microsoft.com/office/powerpoint/2010/main" val="413399553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customXml" Target="../../customXml/item3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customXml" Target="../../customXml/item36.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customXml" Target="../../customXml/item35.xml"/><Relationship Id="rId37" Type="http://schemas.openxmlformats.org/officeDocument/2006/relationships/customXml" Target="../../customXml/item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customXml" Target="../../customXml/item3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customXml" Target="../../customXml/item3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customXml" Target="../../customXml/item41.xml"/><Relationship Id="rId35" Type="http://schemas.openxmlformats.org/officeDocument/2006/relationships/customXml" Target="../../customXml/item38.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heme" Target="../theme/theme2.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image" Target="../media/image2.png"/><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ooter Rule">
            <a:extLst>
              <a:ext uri="{FF2B5EF4-FFF2-40B4-BE49-F238E27FC236}">
                <a16:creationId xmlns:a16="http://schemas.microsoft.com/office/drawing/2014/main" id="{BD955FAD-75A5-2D64-CA2C-BAD2BD804A6E}"/>
              </a:ext>
            </a:extLst>
          </p:cNvPr>
          <p:cNvSpPr/>
          <p:nvPr userDrawn="1">
            <p:custDataLst>
              <p:custData r:id="rId31"/>
            </p:custDataLst>
          </p:nvPr>
        </p:nvSpPr>
        <p:spPr>
          <a:xfrm>
            <a:off x="457200" y="6400800"/>
            <a:ext cx="11278800" cy="0"/>
          </a:xfrm>
          <a:prstGeom prst="line">
            <a:avLst/>
          </a:prstGeom>
          <a:noFill/>
          <a:ln w="6350">
            <a:solidFill>
              <a:schemeClr val="tx1"/>
            </a:solidFill>
            <a:prstDash val="solid"/>
            <a:headEnd type="none"/>
            <a:tailEnd type="none"/>
          </a:ln>
        </p:spPr>
        <p:txBody>
          <a:bodyPr lIns="0" tIns="0" rIns="0" bIns="0"/>
          <a:lstStyle/>
          <a:p>
            <a:endParaRPr lang="en-US" sz="700">
              <a:solidFill>
                <a:schemeClr val="tx1"/>
              </a:solidFill>
            </a:endParaRPr>
          </a:p>
        </p:txBody>
      </p:sp>
      <p:sp>
        <p:nvSpPr>
          <p:cNvPr id="3" name="Text Placeholder 2"/>
          <p:cNvSpPr>
            <a:spLocks noGrp="1"/>
          </p:cNvSpPr>
          <p:nvPr>
            <p:ph type="body" idx="1"/>
            <p:custDataLst>
              <p:custData r:id="rId32"/>
            </p:custDataLst>
          </p:nvPr>
        </p:nvSpPr>
        <p:spPr>
          <a:xfrm>
            <a:off x="457200" y="1411200"/>
            <a:ext cx="11278800" cy="4878000"/>
          </a:xfrm>
          <a:prstGeom prst="rect">
            <a:avLst/>
          </a:prstGeom>
        </p:spPr>
        <p:txBody>
          <a:bodyPr vert="horz" lIns="0" tIns="0" rIns="0" bIns="0" rtlCol="0" anchor="t">
            <a:noAutofit/>
          </a:bodyPr>
          <a:lstStyle/>
          <a:p>
            <a:pPr lvl="0"/>
            <a:r>
              <a:rPr lang="nl-NL"/>
              <a:t>Klik om tekst toe te voegen</a:t>
            </a:r>
          </a:p>
          <a:p>
            <a:pPr lvl="1"/>
            <a:r>
              <a:rPr lang="nl-NL"/>
              <a:t>2</a:t>
            </a:r>
          </a:p>
          <a:p>
            <a:pPr lvl="2"/>
            <a:r>
              <a:rPr lang="nl-NL"/>
              <a:t>3</a:t>
            </a:r>
          </a:p>
          <a:p>
            <a:pPr lvl="3"/>
            <a:r>
              <a:rPr lang="nl-NL"/>
              <a:t>4</a:t>
            </a:r>
          </a:p>
          <a:p>
            <a:pPr lvl="4"/>
            <a:r>
              <a:rPr lang="nl-NL"/>
              <a:t>5</a:t>
            </a:r>
          </a:p>
          <a:p>
            <a:pPr lvl="5"/>
            <a:r>
              <a:rPr lang="nl-NL"/>
              <a:t>6</a:t>
            </a:r>
          </a:p>
          <a:p>
            <a:pPr lvl="6"/>
            <a:r>
              <a:rPr lang="nl-NL"/>
              <a:t>7</a:t>
            </a:r>
          </a:p>
          <a:p>
            <a:pPr lvl="7"/>
            <a:r>
              <a:rPr lang="nl-NL"/>
              <a:t>8</a:t>
            </a:r>
          </a:p>
          <a:p>
            <a:pPr lvl="8"/>
            <a:r>
              <a:rPr lang="nl-NL"/>
              <a:t>9</a:t>
            </a:r>
            <a:endParaRPr lang="en-GB" dirty="0"/>
          </a:p>
        </p:txBody>
      </p:sp>
      <p:sp>
        <p:nvSpPr>
          <p:cNvPr id="2" name="Title Placeholder 1">
            <a:extLst>
              <a:ext uri="{FF2B5EF4-FFF2-40B4-BE49-F238E27FC236}">
                <a16:creationId xmlns:a16="http://schemas.microsoft.com/office/drawing/2014/main" id="{C8BF2755-4D67-7808-1948-919E7A634DA2}"/>
              </a:ext>
            </a:extLst>
          </p:cNvPr>
          <p:cNvSpPr>
            <a:spLocks noGrp="1"/>
          </p:cNvSpPr>
          <p:nvPr>
            <p:ph type="title"/>
            <p:custDataLst>
              <p:custData r:id="rId33"/>
            </p:custDataLst>
          </p:nvPr>
        </p:nvSpPr>
        <p:spPr>
          <a:xfrm>
            <a:off x="457200" y="381600"/>
            <a:ext cx="11278800" cy="462985"/>
          </a:xfrm>
          <a:prstGeom prst="rect">
            <a:avLst/>
          </a:prstGeom>
        </p:spPr>
        <p:txBody>
          <a:bodyPr vert="horz" lIns="0" tIns="0" rIns="0" bIns="0" rtlCol="0" anchor="t" anchorCtr="0">
            <a:noAutofit/>
          </a:bodyPr>
          <a:lstStyle/>
          <a:p>
            <a:r>
              <a:rPr lang="nl-NL"/>
              <a:t>Klik om titel toe te voegen</a:t>
            </a:r>
            <a:endParaRPr lang="en-GB" dirty="0"/>
          </a:p>
        </p:txBody>
      </p:sp>
      <p:sp>
        <p:nvSpPr>
          <p:cNvPr id="4" name="Copyright">
            <a:extLst>
              <a:ext uri="{FF2B5EF4-FFF2-40B4-BE49-F238E27FC236}">
                <a16:creationId xmlns:a16="http://schemas.microsoft.com/office/drawing/2014/main" id="{6F803E00-8150-57E6-D150-BB5FF2C89A24}"/>
              </a:ext>
            </a:extLst>
          </p:cNvPr>
          <p:cNvSpPr txBox="1">
            <a:spLocks/>
          </p:cNvSpPr>
          <p:nvPr userDrawn="1">
            <p:custDataLst>
              <p:custData r:id="rId34"/>
            </p:custDataLst>
          </p:nvPr>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a:solidFill>
                  <a:schemeClr val="tx1"/>
                </a:solidFill>
              </a:rPr>
              <a:t>© 2026 Marsh. Alle rechten voorbehouden.</a:t>
            </a:r>
            <a:endParaRPr lang="en-US" sz="700" dirty="0">
              <a:solidFill>
                <a:schemeClr val="tx1"/>
              </a:solidFill>
            </a:endParaRPr>
          </a:p>
        </p:txBody>
      </p:sp>
      <p:sp>
        <p:nvSpPr>
          <p:cNvPr id="5" name="Footer Placeholder">
            <a:extLst>
              <a:ext uri="{FF2B5EF4-FFF2-40B4-BE49-F238E27FC236}">
                <a16:creationId xmlns:a16="http://schemas.microsoft.com/office/drawing/2014/main" id="{E438964E-4D0C-57EA-04BE-4C762CBC4FDC}"/>
              </a:ext>
            </a:extLst>
          </p:cNvPr>
          <p:cNvSpPr>
            <a:spLocks noGrp="1"/>
          </p:cNvSpPr>
          <p:nvPr>
            <p:ph type="ftr" sz="quarter" idx="3"/>
            <p:custDataLst>
              <p:custData r:id="rId35"/>
            </p:custDataLst>
          </p:nvPr>
        </p:nvSpPr>
        <p:spPr>
          <a:xfrm>
            <a:off x="2374500" y="6570000"/>
            <a:ext cx="3607200" cy="154800"/>
          </a:xfrm>
          <a:prstGeom prst="rect">
            <a:avLst/>
          </a:prstGeom>
        </p:spPr>
        <p:txBody>
          <a:bodyPr vert="horz" lIns="0" tIns="0" rIns="0" bIns="0" rtlCol="0" anchor="b" anchorCtr="0"/>
          <a:lstStyle>
            <a:lvl1pPr algn="l">
              <a:spcAft>
                <a:spcPts val="600"/>
              </a:spcAft>
              <a:defRPr sz="700">
                <a:solidFill>
                  <a:schemeClr val="tx1"/>
                </a:solidFill>
              </a:defRPr>
            </a:lvl1pPr>
          </a:lstStyle>
          <a:p>
            <a:endParaRPr lang="en-GB" dirty="0"/>
          </a:p>
        </p:txBody>
      </p:sp>
      <p:sp>
        <p:nvSpPr>
          <p:cNvPr id="6" name="Date Placeholder">
            <a:extLst>
              <a:ext uri="{FF2B5EF4-FFF2-40B4-BE49-F238E27FC236}">
                <a16:creationId xmlns:a16="http://schemas.microsoft.com/office/drawing/2014/main" id="{A4CEB918-28DB-EA98-8588-510BE88A3916}"/>
              </a:ext>
            </a:extLst>
          </p:cNvPr>
          <p:cNvSpPr>
            <a:spLocks noGrp="1"/>
          </p:cNvSpPr>
          <p:nvPr>
            <p:ph type="dt" sz="half" idx="2"/>
            <p:custDataLst>
              <p:custData r:id="rId36"/>
            </p:custDataLst>
          </p:nvPr>
        </p:nvSpPr>
        <p:spPr>
          <a:xfrm>
            <a:off x="9927430" y="6447600"/>
            <a:ext cx="1436607" cy="122400"/>
          </a:xfrm>
          <a:prstGeom prst="rect">
            <a:avLst/>
          </a:prstGeom>
        </p:spPr>
        <p:txBody>
          <a:bodyPr vert="horz" lIns="0" tIns="0" rIns="0" bIns="0" rtlCol="0" anchor="ctr"/>
          <a:lstStyle>
            <a:lvl1pPr algn="r">
              <a:defRPr sz="700">
                <a:solidFill>
                  <a:schemeClr val="tx1"/>
                </a:solidFill>
              </a:defRPr>
            </a:lvl1pPr>
          </a:lstStyle>
          <a:p>
            <a:fld id="{628C1A70-05D8-4074-9975-95498A287F8F}" type="datetimeFigureOut">
              <a:rPr lang="en-GB" smtClean="0"/>
              <a:pPr/>
              <a:t>21/10/2026</a:t>
            </a:fld>
            <a:endParaRPr lang="en-GB" dirty="0"/>
          </a:p>
        </p:txBody>
      </p:sp>
      <p:sp>
        <p:nvSpPr>
          <p:cNvPr id="7" name="Slide Number Placeholder">
            <a:extLst>
              <a:ext uri="{FF2B5EF4-FFF2-40B4-BE49-F238E27FC236}">
                <a16:creationId xmlns:a16="http://schemas.microsoft.com/office/drawing/2014/main" id="{9C9C7E4E-E9E6-7D7F-C6BB-0458042DD118}"/>
              </a:ext>
            </a:extLst>
          </p:cNvPr>
          <p:cNvSpPr>
            <a:spLocks noGrp="1"/>
          </p:cNvSpPr>
          <p:nvPr>
            <p:ph type="sldNum" sz="quarter" idx="4"/>
            <p:custDataLst>
              <p:custData r:id="rId37"/>
            </p:custDataLst>
          </p:nvPr>
        </p:nvSpPr>
        <p:spPr>
          <a:xfrm>
            <a:off x="11368800" y="6620400"/>
            <a:ext cx="363600" cy="108000"/>
          </a:xfrm>
          <a:prstGeom prst="rect">
            <a:avLst/>
          </a:prstGeom>
        </p:spPr>
        <p:txBody>
          <a:bodyPr vert="horz" lIns="0" tIns="0" rIns="0" bIns="0" rtlCol="0" anchor="ctr"/>
          <a:lstStyle>
            <a:lvl1pPr algn="r">
              <a:defRPr sz="700">
                <a:solidFill>
                  <a:schemeClr val="tx1"/>
                </a:solidFill>
              </a:defRPr>
            </a:lvl1pPr>
          </a:lstStyle>
          <a:p>
            <a:fld id="{CC823384-2074-4C75-9031-ACAC8BCA8354}" type="slidenum">
              <a:rPr lang="en-GB" smtClean="0"/>
              <a:pPr/>
              <a:t>‹#›</a:t>
            </a:fld>
            <a:endParaRPr lang="en-GB" dirty="0"/>
          </a:p>
        </p:txBody>
      </p:sp>
      <p:pic>
        <p:nvPicPr>
          <p:cNvPr id="9" name="ContentLogo_WHITE" descr="The Mercer company logo." hidden="1">
            <a:extLst>
              <a:ext uri="{FF2B5EF4-FFF2-40B4-BE49-F238E27FC236}">
                <a16:creationId xmlns:a16="http://schemas.microsoft.com/office/drawing/2014/main" id="{26B55065-6525-64D4-E76B-F2BECC7CD7BD}"/>
              </a:ext>
            </a:extLst>
          </p:cNvPr>
          <p:cNvPicPr>
            <a:picLocks noChangeAspect="1"/>
          </p:cNvPicPr>
          <p:nvPr userDrawn="1"/>
        </p:nvPicPr>
        <p:blipFill>
          <a:blip r:embed="rId38"/>
          <a:stretch>
            <a:fillRect/>
          </a:stretch>
        </p:blipFill>
        <p:spPr bwMode="invGray">
          <a:xfrm>
            <a:off x="457200" y="6537960"/>
            <a:ext cx="752858" cy="164592"/>
          </a:xfrm>
          <a:prstGeom prst="rect">
            <a:avLst/>
          </a:prstGeom>
        </p:spPr>
      </p:pic>
      <p:pic>
        <p:nvPicPr>
          <p:cNvPr id="11" name="ContentLogo_COLOUR" descr="The Mercer company logo.">
            <a:extLst>
              <a:ext uri="{FF2B5EF4-FFF2-40B4-BE49-F238E27FC236}">
                <a16:creationId xmlns:a16="http://schemas.microsoft.com/office/drawing/2014/main" id="{3249453C-E8FD-3541-21FE-7C013CDF4CDD}"/>
              </a:ext>
            </a:extLst>
          </p:cNvPr>
          <p:cNvPicPr>
            <a:picLocks noChangeAspect="1"/>
          </p:cNvPicPr>
          <p:nvPr userDrawn="1"/>
        </p:nvPicPr>
        <p:blipFill>
          <a:blip r:embed="rId39"/>
          <a:stretch>
            <a:fillRect/>
          </a:stretch>
        </p:blipFill>
        <p:spPr bwMode="invGray">
          <a:xfrm>
            <a:off x="457200" y="6537960"/>
            <a:ext cx="752858" cy="164592"/>
          </a:xfrm>
          <a:prstGeom prst="rect">
            <a:avLst/>
          </a:prstGeom>
        </p:spPr>
      </p:pic>
    </p:spTree>
    <p:custDataLst>
      <p:custData r:id="rId30"/>
    </p:custDataLst>
    <p:extLst>
      <p:ext uri="{BB962C8B-B14F-4D97-AF65-F5344CB8AC3E}">
        <p14:creationId xmlns:p14="http://schemas.microsoft.com/office/powerpoint/2010/main" val="577282148"/>
      </p:ext>
    </p:extLst>
  </p:cSld>
  <p:clrMap bg1="lt1" tx1="dk1" bg2="lt2" tx2="dk2" accent1="accent1" accent2="accent2" accent3="accent3" accent4="accent4" accent5="accent5" accent6="accent6" hlink="hlink" folHlink="folHlink"/>
  <p:sldLayoutIdLst>
    <p:sldLayoutId id="2147483661" r:id="rId1"/>
    <p:sldLayoutId id="2147483715" r:id="rId2"/>
    <p:sldLayoutId id="2147483720" r:id="rId3"/>
    <p:sldLayoutId id="2147483726" r:id="rId4"/>
    <p:sldLayoutId id="2147483719" r:id="rId5"/>
    <p:sldLayoutId id="2147483721" r:id="rId6"/>
    <p:sldLayoutId id="2147483727" r:id="rId7"/>
    <p:sldLayoutId id="2147483672" r:id="rId8"/>
    <p:sldLayoutId id="2147483722" r:id="rId9"/>
    <p:sldLayoutId id="2147483728" r:id="rId10"/>
    <p:sldLayoutId id="2147483716" r:id="rId11"/>
    <p:sldLayoutId id="2147483723" r:id="rId12"/>
    <p:sldLayoutId id="2147483729" r:id="rId13"/>
    <p:sldLayoutId id="2147483732" r:id="rId14"/>
    <p:sldLayoutId id="2147483733" r:id="rId15"/>
    <p:sldLayoutId id="2147483734" r:id="rId16"/>
    <p:sldLayoutId id="2147483717" r:id="rId17"/>
    <p:sldLayoutId id="2147483724" r:id="rId18"/>
    <p:sldLayoutId id="2147483730" r:id="rId19"/>
    <p:sldLayoutId id="2147483735" r:id="rId20"/>
    <p:sldLayoutId id="2147483736" r:id="rId21"/>
    <p:sldLayoutId id="2147483737" r:id="rId22"/>
    <p:sldLayoutId id="2147483718" r:id="rId23"/>
    <p:sldLayoutId id="2147483725" r:id="rId24"/>
    <p:sldLayoutId id="2147483731" r:id="rId25"/>
    <p:sldLayoutId id="2147483688" r:id="rId26"/>
    <p:sldLayoutId id="2147483713" r:id="rId27"/>
    <p:sldLayoutId id="2147483710" r:id="rId28"/>
  </p:sldLayoutIdLst>
  <p:hf hdr="0" dt="0"/>
  <p:txStyles>
    <p:titleStyle>
      <a:lvl1pPr algn="l" defTabSz="457200" rtl="0" eaLnBrk="1" latinLnBrk="0" hangingPunct="1">
        <a:lnSpc>
          <a:spcPct val="100000"/>
        </a:lnSpc>
        <a:spcBef>
          <a:spcPct val="0"/>
        </a:spcBef>
        <a:buNone/>
        <a:defRPr sz="3200" b="0" i="0" kern="1200">
          <a:solidFill>
            <a:schemeClr val="tx1"/>
          </a:solidFill>
          <a:latin typeface="+mj-lt"/>
          <a:ea typeface="+mj-ea"/>
          <a:cs typeface="+mj-cs"/>
        </a:defRPr>
      </a:lvl1pPr>
    </p:titleStyle>
    <p:bodyStyle>
      <a:lvl1pPr marL="228600" indent="-228600" algn="l" defTabSz="457200" rtl="0" eaLnBrk="1" latinLnBrk="0" hangingPunct="1">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57200" indent="-223838" algn="l" defTabSz="457200" rtl="0" eaLnBrk="1" latinLnBrk="0" hangingPunct="1">
        <a:spcBef>
          <a:spcPts val="0"/>
        </a:spcBef>
        <a:spcAft>
          <a:spcPts val="600"/>
        </a:spcAft>
        <a:buFont typeface="Arial" panose="020B0604020202020204" pitchFamily="34" charset="0"/>
        <a:buChar char="–"/>
        <a:tabLst/>
        <a:defRPr sz="1500" kern="1200">
          <a:solidFill>
            <a:schemeClr val="tx1"/>
          </a:solidFill>
          <a:latin typeface="+mn-lt"/>
          <a:ea typeface="+mn-ea"/>
          <a:cs typeface="+mn-cs"/>
        </a:defRPr>
      </a:lvl2pPr>
      <a:lvl3pPr marL="685800" indent="-228600"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914400" indent="-223838"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4pPr>
      <a:lvl5pPr marL="1143000" indent="-228600"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5pPr>
      <a:lvl6pPr marL="1371600" indent="-223838"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6pPr>
      <a:lvl7pPr marL="1600200" indent="-228600"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7pPr>
      <a:lvl8pPr marL="1828800" indent="-223838"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8pPr>
      <a:lvl9pPr marL="2057400" indent="-228600"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7" pos="3912">
          <p15:clr>
            <a:srgbClr val="F26B43"/>
          </p15:clr>
        </p15:guide>
        <p15:guide id="13" pos="288" userDrawn="1">
          <p15:clr>
            <a:srgbClr val="F26B43"/>
          </p15:clr>
        </p15:guide>
        <p15:guide id="19" pos="3768">
          <p15:clr>
            <a:srgbClr val="F26B43"/>
          </p15:clr>
        </p15:guide>
        <p15:guide id="27" orient="horz" pos="4224" userDrawn="1">
          <p15:clr>
            <a:srgbClr val="F26B43"/>
          </p15:clr>
        </p15:guide>
        <p15:guide id="29" orient="horz" pos="4032" userDrawn="1">
          <p15:clr>
            <a:srgbClr val="F26B43"/>
          </p15:clr>
        </p15:guide>
        <p15:guide id="31" orient="horz" pos="607" userDrawn="1">
          <p15:clr>
            <a:srgbClr val="F26B43"/>
          </p15:clr>
        </p15:guide>
        <p15:guide id="35" orient="horz" pos="888" userDrawn="1">
          <p15:clr>
            <a:srgbClr val="F26B43"/>
          </p15:clr>
        </p15:guide>
        <p15:guide id="38" orient="horz" pos="3960" userDrawn="1">
          <p15:clr>
            <a:srgbClr val="F26B43"/>
          </p15:clr>
        </p15:guide>
        <p15:guide id="39" pos="3840" userDrawn="1">
          <p15:clr>
            <a:srgbClr val="F26B43"/>
          </p15:clr>
        </p15:guide>
        <p15:guide id="40" orient="horz" pos="2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ooter Rule">
            <a:extLst>
              <a:ext uri="{FF2B5EF4-FFF2-40B4-BE49-F238E27FC236}">
                <a16:creationId xmlns:a16="http://schemas.microsoft.com/office/drawing/2014/main" id="{BD955FAD-75A5-2D64-CA2C-BAD2BD804A6E}"/>
              </a:ext>
            </a:extLst>
          </p:cNvPr>
          <p:cNvSpPr/>
          <p:nvPr userDrawn="1"/>
        </p:nvSpPr>
        <p:spPr>
          <a:xfrm>
            <a:off x="457200" y="6400800"/>
            <a:ext cx="11278800" cy="0"/>
          </a:xfrm>
          <a:prstGeom prst="line">
            <a:avLst/>
          </a:prstGeom>
          <a:noFill/>
          <a:ln w="6350">
            <a:solidFill>
              <a:schemeClr val="tx1"/>
            </a:solidFill>
            <a:prstDash val="solid"/>
            <a:headEnd type="none"/>
            <a:tailEnd type="none"/>
          </a:ln>
        </p:spPr>
        <p:txBody>
          <a:bodyPr lIns="0" tIns="0" rIns="0" bIns="0"/>
          <a:lstStyle/>
          <a:p>
            <a:endParaRPr lang="en-US" sz="700">
              <a:solidFill>
                <a:schemeClr val="tx1"/>
              </a:solidFill>
            </a:endParaRPr>
          </a:p>
        </p:txBody>
      </p:sp>
      <p:sp>
        <p:nvSpPr>
          <p:cNvPr id="3" name="Text Placeholder 2"/>
          <p:cNvSpPr>
            <a:spLocks noGrp="1"/>
          </p:cNvSpPr>
          <p:nvPr>
            <p:ph type="body" idx="1"/>
          </p:nvPr>
        </p:nvSpPr>
        <p:spPr>
          <a:xfrm>
            <a:off x="457200" y="1411200"/>
            <a:ext cx="11278800" cy="4878000"/>
          </a:xfrm>
          <a:prstGeom prst="rect">
            <a:avLst/>
          </a:prstGeom>
        </p:spPr>
        <p:txBody>
          <a:bodyPr vert="horz" lIns="0" tIns="0" rIns="0" bIns="0" rtlCol="0" anchor="t">
            <a:noAutofit/>
          </a:bodyPr>
          <a:lstStyle/>
          <a:p>
            <a:pPr lvl="0"/>
            <a:r>
              <a:rPr lang="nl-NL"/>
              <a:t>Klik om tekst toe te voegen</a:t>
            </a:r>
          </a:p>
          <a:p>
            <a:pPr lvl="1"/>
            <a:r>
              <a:rPr lang="nl-NL"/>
              <a:t>2</a:t>
            </a:r>
          </a:p>
          <a:p>
            <a:pPr lvl="2"/>
            <a:r>
              <a:rPr lang="nl-NL"/>
              <a:t>3</a:t>
            </a:r>
          </a:p>
          <a:p>
            <a:pPr lvl="3"/>
            <a:r>
              <a:rPr lang="nl-NL"/>
              <a:t>4</a:t>
            </a:r>
          </a:p>
          <a:p>
            <a:pPr lvl="4"/>
            <a:r>
              <a:rPr lang="nl-NL"/>
              <a:t>5</a:t>
            </a:r>
          </a:p>
          <a:p>
            <a:pPr lvl="5"/>
            <a:r>
              <a:rPr lang="nl-NL"/>
              <a:t>6</a:t>
            </a:r>
          </a:p>
          <a:p>
            <a:pPr lvl="6"/>
            <a:r>
              <a:rPr lang="nl-NL"/>
              <a:t>7</a:t>
            </a:r>
          </a:p>
          <a:p>
            <a:pPr lvl="7"/>
            <a:r>
              <a:rPr lang="nl-NL"/>
              <a:t>8</a:t>
            </a:r>
          </a:p>
          <a:p>
            <a:pPr lvl="8"/>
            <a:r>
              <a:rPr lang="nl-NL"/>
              <a:t>9</a:t>
            </a:r>
            <a:endParaRPr lang="en-GB" dirty="0"/>
          </a:p>
        </p:txBody>
      </p:sp>
      <p:sp>
        <p:nvSpPr>
          <p:cNvPr id="2" name="Title Placeholder 1">
            <a:extLst>
              <a:ext uri="{FF2B5EF4-FFF2-40B4-BE49-F238E27FC236}">
                <a16:creationId xmlns:a16="http://schemas.microsoft.com/office/drawing/2014/main" id="{C8BF2755-4D67-7808-1948-919E7A634DA2}"/>
              </a:ext>
            </a:extLst>
          </p:cNvPr>
          <p:cNvSpPr>
            <a:spLocks noGrp="1"/>
          </p:cNvSpPr>
          <p:nvPr>
            <p:ph type="title"/>
          </p:nvPr>
        </p:nvSpPr>
        <p:spPr>
          <a:xfrm>
            <a:off x="457200" y="381600"/>
            <a:ext cx="11278800" cy="462985"/>
          </a:xfrm>
          <a:prstGeom prst="rect">
            <a:avLst/>
          </a:prstGeom>
        </p:spPr>
        <p:txBody>
          <a:bodyPr vert="horz" lIns="0" tIns="0" rIns="0" bIns="0" rtlCol="0" anchor="t" anchorCtr="0">
            <a:noAutofit/>
          </a:bodyPr>
          <a:lstStyle/>
          <a:p>
            <a:r>
              <a:rPr lang="nl-NL"/>
              <a:t>Klik om titel toe te voegen</a:t>
            </a:r>
            <a:endParaRPr lang="en-GB" dirty="0"/>
          </a:p>
        </p:txBody>
      </p:sp>
      <p:sp>
        <p:nvSpPr>
          <p:cNvPr id="4" name="Copyright">
            <a:extLst>
              <a:ext uri="{FF2B5EF4-FFF2-40B4-BE49-F238E27FC236}">
                <a16:creationId xmlns:a16="http://schemas.microsoft.com/office/drawing/2014/main" id="{6F803E00-8150-57E6-D150-BB5FF2C89A24}"/>
              </a:ext>
            </a:extLst>
          </p:cNvPr>
          <p:cNvSpPr txBox="1">
            <a:spLocks/>
          </p:cNvSpPr>
          <p:nvPr userDrawn="1"/>
        </p:nvSpPr>
        <p:spPr>
          <a:xfrm>
            <a:off x="6210000" y="6606000"/>
            <a:ext cx="5158800" cy="123111"/>
          </a:xfrm>
          <a:prstGeom prst="rect">
            <a:avLst/>
          </a:prstGeom>
        </p:spPr>
        <p:txBody>
          <a:bodyPr lIns="0" tIns="0" rIns="0" bIns="0" anchor="b"/>
          <a:lstStyle>
            <a:defPPr>
              <a:defRPr lang="en-GB"/>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lang="nl-NL" sz="700">
                <a:solidFill>
                  <a:schemeClr val="tx1"/>
                </a:solidFill>
              </a:rPr>
              <a:t>© 2026 Marsh. Alle rechten voorbehouden.</a:t>
            </a:r>
            <a:endParaRPr lang="en-US" sz="700" dirty="0">
              <a:solidFill>
                <a:schemeClr val="tx1"/>
              </a:solidFill>
            </a:endParaRPr>
          </a:p>
        </p:txBody>
      </p:sp>
      <p:sp>
        <p:nvSpPr>
          <p:cNvPr id="5" name="Footer Placeholder">
            <a:extLst>
              <a:ext uri="{FF2B5EF4-FFF2-40B4-BE49-F238E27FC236}">
                <a16:creationId xmlns:a16="http://schemas.microsoft.com/office/drawing/2014/main" id="{E438964E-4D0C-57EA-04BE-4C762CBC4FDC}"/>
              </a:ext>
            </a:extLst>
          </p:cNvPr>
          <p:cNvSpPr>
            <a:spLocks noGrp="1"/>
          </p:cNvSpPr>
          <p:nvPr>
            <p:ph type="ftr" sz="quarter" idx="3"/>
          </p:nvPr>
        </p:nvSpPr>
        <p:spPr>
          <a:xfrm>
            <a:off x="2374500" y="6570000"/>
            <a:ext cx="3607200" cy="154800"/>
          </a:xfrm>
          <a:prstGeom prst="rect">
            <a:avLst/>
          </a:prstGeom>
        </p:spPr>
        <p:txBody>
          <a:bodyPr vert="horz" lIns="0" tIns="0" rIns="0" bIns="0" rtlCol="0" anchor="b" anchorCtr="0"/>
          <a:lstStyle>
            <a:lvl1pPr algn="l">
              <a:spcAft>
                <a:spcPts val="600"/>
              </a:spcAft>
              <a:defRPr sz="700">
                <a:solidFill>
                  <a:schemeClr val="tx1"/>
                </a:solidFill>
              </a:defRPr>
            </a:lvl1pPr>
          </a:lstStyle>
          <a:p>
            <a:endParaRPr lang="en-GB" dirty="0"/>
          </a:p>
        </p:txBody>
      </p:sp>
      <p:sp>
        <p:nvSpPr>
          <p:cNvPr id="6" name="Date Placeholder">
            <a:extLst>
              <a:ext uri="{FF2B5EF4-FFF2-40B4-BE49-F238E27FC236}">
                <a16:creationId xmlns:a16="http://schemas.microsoft.com/office/drawing/2014/main" id="{A4CEB918-28DB-EA98-8588-510BE88A3916}"/>
              </a:ext>
            </a:extLst>
          </p:cNvPr>
          <p:cNvSpPr>
            <a:spLocks noGrp="1"/>
          </p:cNvSpPr>
          <p:nvPr>
            <p:ph type="dt" sz="half" idx="2"/>
          </p:nvPr>
        </p:nvSpPr>
        <p:spPr>
          <a:xfrm>
            <a:off x="9927430" y="6447600"/>
            <a:ext cx="1436607" cy="122400"/>
          </a:xfrm>
          <a:prstGeom prst="rect">
            <a:avLst/>
          </a:prstGeom>
        </p:spPr>
        <p:txBody>
          <a:bodyPr vert="horz" lIns="0" tIns="0" rIns="0" bIns="0" rtlCol="0" anchor="ctr"/>
          <a:lstStyle>
            <a:lvl1pPr algn="r">
              <a:defRPr sz="700">
                <a:solidFill>
                  <a:schemeClr val="tx1"/>
                </a:solidFill>
              </a:defRPr>
            </a:lvl1pPr>
          </a:lstStyle>
          <a:p>
            <a:fld id="{628C1A70-05D8-4074-9975-95498A287F8F}" type="datetimeFigureOut">
              <a:rPr lang="en-GB" smtClean="0"/>
              <a:pPr/>
              <a:t>21/10/2026</a:t>
            </a:fld>
            <a:endParaRPr lang="en-GB" dirty="0"/>
          </a:p>
        </p:txBody>
      </p:sp>
      <p:sp>
        <p:nvSpPr>
          <p:cNvPr id="7" name="Slide Number Placeholder">
            <a:extLst>
              <a:ext uri="{FF2B5EF4-FFF2-40B4-BE49-F238E27FC236}">
                <a16:creationId xmlns:a16="http://schemas.microsoft.com/office/drawing/2014/main" id="{9C9C7E4E-E9E6-7D7F-C6BB-0458042DD118}"/>
              </a:ext>
            </a:extLst>
          </p:cNvPr>
          <p:cNvSpPr>
            <a:spLocks noGrp="1"/>
          </p:cNvSpPr>
          <p:nvPr>
            <p:ph type="sldNum" sz="quarter" idx="4"/>
          </p:nvPr>
        </p:nvSpPr>
        <p:spPr>
          <a:xfrm>
            <a:off x="11368800" y="6620400"/>
            <a:ext cx="363600" cy="108000"/>
          </a:xfrm>
          <a:prstGeom prst="rect">
            <a:avLst/>
          </a:prstGeom>
        </p:spPr>
        <p:txBody>
          <a:bodyPr vert="horz" lIns="0" tIns="0" rIns="0" bIns="0" rtlCol="0" anchor="ctr"/>
          <a:lstStyle>
            <a:lvl1pPr algn="r">
              <a:defRPr sz="700">
                <a:solidFill>
                  <a:schemeClr val="tx1"/>
                </a:solidFill>
              </a:defRPr>
            </a:lvl1pPr>
          </a:lstStyle>
          <a:p>
            <a:fld id="{CC823384-2074-4C75-9031-ACAC8BCA8354}" type="slidenum">
              <a:rPr lang="en-GB" smtClean="0"/>
              <a:pPr/>
              <a:t>‹#›</a:t>
            </a:fld>
            <a:endParaRPr lang="en-GB" dirty="0"/>
          </a:p>
        </p:txBody>
      </p:sp>
      <p:pic>
        <p:nvPicPr>
          <p:cNvPr id="9" name="ContentLogo_WHITE" descr="The Mercer company logo." hidden="1">
            <a:extLst>
              <a:ext uri="{FF2B5EF4-FFF2-40B4-BE49-F238E27FC236}">
                <a16:creationId xmlns:a16="http://schemas.microsoft.com/office/drawing/2014/main" id="{26B55065-6525-64D4-E76B-F2BECC7CD7BD}"/>
              </a:ext>
            </a:extLst>
          </p:cNvPr>
          <p:cNvPicPr>
            <a:picLocks noChangeAspect="1"/>
          </p:cNvPicPr>
          <p:nvPr userDrawn="1"/>
        </p:nvPicPr>
        <p:blipFill>
          <a:blip r:embed="rId30"/>
          <a:stretch>
            <a:fillRect/>
          </a:stretch>
        </p:blipFill>
        <p:spPr bwMode="invGray">
          <a:xfrm>
            <a:off x="457200" y="6537960"/>
            <a:ext cx="752858" cy="164592"/>
          </a:xfrm>
          <a:prstGeom prst="rect">
            <a:avLst/>
          </a:prstGeom>
        </p:spPr>
      </p:pic>
      <p:pic>
        <p:nvPicPr>
          <p:cNvPr id="11" name="ContentLogo_COLOUR" descr="The Mercer company logo.">
            <a:extLst>
              <a:ext uri="{FF2B5EF4-FFF2-40B4-BE49-F238E27FC236}">
                <a16:creationId xmlns:a16="http://schemas.microsoft.com/office/drawing/2014/main" id="{3249453C-E8FD-3541-21FE-7C013CDF4CDD}"/>
              </a:ext>
            </a:extLst>
          </p:cNvPr>
          <p:cNvPicPr>
            <a:picLocks noChangeAspect="1"/>
          </p:cNvPicPr>
          <p:nvPr userDrawn="1"/>
        </p:nvPicPr>
        <p:blipFill>
          <a:blip r:embed="rId31"/>
          <a:stretch>
            <a:fillRect/>
          </a:stretch>
        </p:blipFill>
        <p:spPr bwMode="invGray">
          <a:xfrm>
            <a:off x="457200" y="6537960"/>
            <a:ext cx="752858" cy="164592"/>
          </a:xfrm>
          <a:prstGeom prst="rect">
            <a:avLst/>
          </a:prstGeom>
        </p:spPr>
      </p:pic>
    </p:spTree>
    <p:extLst>
      <p:ext uri="{BB962C8B-B14F-4D97-AF65-F5344CB8AC3E}">
        <p14:creationId xmlns:p14="http://schemas.microsoft.com/office/powerpoint/2010/main" val="57728214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Lst>
  <p:hf hdr="0" dt="0"/>
  <p:txStyles>
    <p:titleStyle>
      <a:lvl1pPr algn="l" defTabSz="457200" rtl="0" eaLnBrk="1" latinLnBrk="0" hangingPunct="1">
        <a:lnSpc>
          <a:spcPct val="100000"/>
        </a:lnSpc>
        <a:spcBef>
          <a:spcPct val="0"/>
        </a:spcBef>
        <a:buNone/>
        <a:defRPr sz="3200" b="0" i="0" kern="1200">
          <a:solidFill>
            <a:schemeClr val="tx1"/>
          </a:solidFill>
          <a:latin typeface="+mj-lt"/>
          <a:ea typeface="+mj-ea"/>
          <a:cs typeface="+mj-cs"/>
        </a:defRPr>
      </a:lvl1pPr>
    </p:titleStyle>
    <p:bodyStyle>
      <a:lvl1pPr marL="228600" indent="-228600" algn="l" defTabSz="457200" rtl="0" eaLnBrk="1" latinLnBrk="0" hangingPunct="1">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57200" indent="-223838" algn="l" defTabSz="457200" rtl="0" eaLnBrk="1" latinLnBrk="0" hangingPunct="1">
        <a:spcBef>
          <a:spcPts val="0"/>
        </a:spcBef>
        <a:spcAft>
          <a:spcPts val="600"/>
        </a:spcAft>
        <a:buFont typeface="Arial" panose="020B0604020202020204" pitchFamily="34" charset="0"/>
        <a:buChar char="–"/>
        <a:tabLst/>
        <a:defRPr sz="1500" kern="1200">
          <a:solidFill>
            <a:schemeClr val="tx1"/>
          </a:solidFill>
          <a:latin typeface="+mn-lt"/>
          <a:ea typeface="+mn-ea"/>
          <a:cs typeface="+mn-cs"/>
        </a:defRPr>
      </a:lvl2pPr>
      <a:lvl3pPr marL="685800" indent="-228600"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914400" indent="-223838"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4pPr>
      <a:lvl5pPr marL="1143000" indent="-228600"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5pPr>
      <a:lvl6pPr marL="1371600" indent="-223838"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6pPr>
      <a:lvl7pPr marL="1600200" indent="-228600"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7pPr>
      <a:lvl8pPr marL="1828800" indent="-223838"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8pPr>
      <a:lvl9pPr marL="2057400" indent="-228600" algn="l" defTabSz="457200" rtl="0" eaLnBrk="1" latinLnBrk="0" hangingPunct="1">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9pPr>
    </p:bodyStyle>
    <p:otherStyle>
      <a:defPPr>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69.xml"/><Relationship Id="rId1" Type="http://schemas.openxmlformats.org/officeDocument/2006/relationships/customXml" Target="../../customXml/item16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customXml" Target="../../customXml/item17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7C8B0-F3A0-258D-77BC-6BDB40866798}"/>
              </a:ext>
            </a:extLst>
          </p:cNvPr>
          <p:cNvSpPr>
            <a:spLocks noGrp="1"/>
          </p:cNvSpPr>
          <p:nvPr>
            <p:ph type="ctrTitle"/>
          </p:nvPr>
        </p:nvSpPr>
        <p:spPr>
          <a:xfrm>
            <a:off x="457200" y="2566800"/>
            <a:ext cx="8134350" cy="880153"/>
          </a:xfrm>
        </p:spPr>
        <p:txBody>
          <a:bodyPr/>
          <a:lstStyle/>
          <a:p>
            <a:r>
              <a:rPr sz="3200" dirty="0"/>
              <a:t>Finding the Fulcrum: Merton life-cycle model with mismatch risk for LDI overlay optimization under the </a:t>
            </a:r>
            <a:r>
              <a:rPr sz="3200" dirty="0" err="1"/>
              <a:t>Wtp</a:t>
            </a:r>
            <a:endParaRPr sz="3200" dirty="0"/>
          </a:p>
        </p:txBody>
      </p:sp>
      <p:sp>
        <p:nvSpPr>
          <p:cNvPr id="3" name="Subtitle 2">
            <a:extLst>
              <a:ext uri="{FF2B5EF4-FFF2-40B4-BE49-F238E27FC236}">
                <a16:creationId xmlns:a16="http://schemas.microsoft.com/office/drawing/2014/main" id="{637F87C3-07BD-6160-A68F-D617B6ED4403}"/>
              </a:ext>
            </a:extLst>
          </p:cNvPr>
          <p:cNvSpPr>
            <a:spLocks noGrp="1"/>
          </p:cNvSpPr>
          <p:nvPr>
            <p:ph type="subTitle" idx="1"/>
          </p:nvPr>
        </p:nvSpPr>
        <p:spPr/>
        <p:txBody>
          <a:bodyPr/>
          <a:lstStyle/>
          <a:p>
            <a:r>
              <a:rPr b="1" dirty="0"/>
              <a:t>MSc Quantitative Finance</a:t>
            </a:r>
          </a:p>
        </p:txBody>
      </p:sp>
      <p:sp>
        <p:nvSpPr>
          <p:cNvPr id="6" name="Text Placeholder 5">
            <a:extLst>
              <a:ext uri="{FF2B5EF4-FFF2-40B4-BE49-F238E27FC236}">
                <a16:creationId xmlns:a16="http://schemas.microsoft.com/office/drawing/2014/main" id="{E1541DF8-D9FD-D6AE-DEE9-9B325BDC0AC3}"/>
              </a:ext>
            </a:extLst>
          </p:cNvPr>
          <p:cNvSpPr>
            <a:spLocks noGrp="1"/>
          </p:cNvSpPr>
          <p:nvPr>
            <p:ph type="body" sz="quarter" idx="10"/>
            <p:custDataLst>
              <p:custData r:id="rId1"/>
            </p:custDataLst>
          </p:nvPr>
        </p:nvSpPr>
        <p:spPr/>
        <p:txBody>
          <a:bodyPr/>
          <a:lstStyle/>
          <a:p>
            <a:r>
              <a:rPr lang="nl-NL" b="1" dirty="0"/>
              <a:t>Frank</a:t>
            </a:r>
            <a:r>
              <a:rPr lang="nl-NL" dirty="0"/>
              <a:t> </a:t>
            </a:r>
            <a:r>
              <a:rPr lang="nl-NL" b="1" dirty="0"/>
              <a:t>Heijnen</a:t>
            </a:r>
          </a:p>
        </p:txBody>
      </p:sp>
      <p:sp>
        <p:nvSpPr>
          <p:cNvPr id="7" name="Text Placeholder 6">
            <a:extLst>
              <a:ext uri="{FF2B5EF4-FFF2-40B4-BE49-F238E27FC236}">
                <a16:creationId xmlns:a16="http://schemas.microsoft.com/office/drawing/2014/main" id="{8B297098-B32B-B763-E55F-98616A32D5C1}"/>
              </a:ext>
            </a:extLst>
          </p:cNvPr>
          <p:cNvSpPr>
            <a:spLocks noGrp="1"/>
          </p:cNvSpPr>
          <p:nvPr>
            <p:ph type="body" sz="quarter" idx="11"/>
            <p:custDataLst>
              <p:custData r:id="rId2"/>
            </p:custDataLst>
          </p:nvPr>
        </p:nvSpPr>
        <p:spPr/>
        <p:txBody>
          <a:bodyPr/>
          <a:lstStyle/>
          <a:p>
            <a:r>
              <a:t>20 October 2026</a:t>
            </a:r>
          </a:p>
        </p:txBody>
      </p:sp>
    </p:spTree>
    <p:extLst>
      <p:ext uri="{BB962C8B-B14F-4D97-AF65-F5344CB8AC3E}">
        <p14:creationId xmlns:p14="http://schemas.microsoft.com/office/powerpoint/2010/main" val="3683437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C4B6EBD-4B62-7571-689E-FAFA345DFF42}"/>
              </a:ext>
            </a:extLst>
          </p:cNvPr>
          <p:cNvSpPr>
            <a:spLocks noGrp="1"/>
          </p:cNvSpPr>
          <p:nvPr>
            <p:ph type="body" sz="quarter" idx="12"/>
          </p:nvPr>
        </p:nvSpPr>
        <p:spPr>
          <a:xfrm>
            <a:off x="6216002" y="397031"/>
            <a:ext cx="5518800" cy="1133164"/>
          </a:xfrm>
        </p:spPr>
        <p:txBody>
          <a:bodyPr/>
          <a:lstStyle/>
          <a:p>
            <a:r>
              <a:rPr lang="nl-NL" dirty="0"/>
              <a:t>Problem description</a:t>
            </a:r>
            <a:br>
              <a:rPr lang="nl-NL" dirty="0"/>
            </a:br>
            <a:endParaRPr lang="nl-NL" dirty="0"/>
          </a:p>
          <a:p>
            <a:r>
              <a:rPr lang="nl-NL" dirty="0"/>
              <a:t>Modeling approach</a:t>
            </a:r>
            <a:br>
              <a:rPr lang="nl-NL" dirty="0"/>
            </a:br>
            <a:endParaRPr lang="nl-NL" dirty="0"/>
          </a:p>
          <a:p>
            <a:r>
              <a:rPr lang="nl-NL" dirty="0"/>
              <a:t>Results &amp; next steps</a:t>
            </a:r>
          </a:p>
        </p:txBody>
      </p:sp>
      <p:sp>
        <p:nvSpPr>
          <p:cNvPr id="4" name="Title 3">
            <a:extLst>
              <a:ext uri="{FF2B5EF4-FFF2-40B4-BE49-F238E27FC236}">
                <a16:creationId xmlns:a16="http://schemas.microsoft.com/office/drawing/2014/main" id="{289F3168-BDD1-4643-84CE-665FF5871172}"/>
              </a:ext>
            </a:extLst>
          </p:cNvPr>
          <p:cNvSpPr>
            <a:spLocks noGrp="1"/>
          </p:cNvSpPr>
          <p:nvPr>
            <p:ph type="title"/>
            <p:custDataLst>
              <p:custData r:id="rId1"/>
            </p:custDataLst>
          </p:nvPr>
        </p:nvSpPr>
        <p:spPr/>
        <p:txBody>
          <a:bodyPr/>
          <a:lstStyle/>
          <a:p>
            <a:r>
              <a:rPr lang="nl-NL" dirty="0"/>
              <a:t>Agenda</a:t>
            </a:r>
          </a:p>
        </p:txBody>
      </p:sp>
    </p:spTree>
    <p:extLst>
      <p:ext uri="{BB962C8B-B14F-4D97-AF65-F5344CB8AC3E}">
        <p14:creationId xmlns:p14="http://schemas.microsoft.com/office/powerpoint/2010/main" val="406100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FA08B694-CC0F-B1B3-5BA1-5478B234431F}"/>
              </a:ext>
            </a:extLst>
          </p:cNvPr>
          <p:cNvSpPr>
            <a:spLocks noGrp="1"/>
          </p:cNvSpPr>
          <p:nvPr>
            <p:ph type="body" sz="quarter" idx="10"/>
          </p:nvPr>
        </p:nvSpPr>
        <p:spPr/>
        <p:txBody>
          <a:bodyPr/>
          <a:lstStyle/>
          <a:p>
            <a:r>
              <a:t>01</a:t>
            </a:r>
          </a:p>
        </p:txBody>
      </p:sp>
      <p:sp>
        <p:nvSpPr>
          <p:cNvPr id="6" name="Title 2">
            <a:extLst>
              <a:ext uri="{FF2B5EF4-FFF2-40B4-BE49-F238E27FC236}">
                <a16:creationId xmlns:a16="http://schemas.microsoft.com/office/drawing/2014/main" id="{339F791A-FCC9-2542-F829-DCB319E5FA9F}"/>
              </a:ext>
            </a:extLst>
          </p:cNvPr>
          <p:cNvSpPr>
            <a:spLocks noGrp="1"/>
          </p:cNvSpPr>
          <p:nvPr>
            <p:ph type="title"/>
          </p:nvPr>
        </p:nvSpPr>
        <p:spPr/>
        <p:txBody>
          <a:bodyPr/>
          <a:lstStyle/>
          <a:p>
            <a:r>
              <a:rPr dirty="0"/>
              <a:t>Problem description</a:t>
            </a:r>
            <a:endParaRPr lang="nl-NL" dirty="0"/>
          </a:p>
        </p:txBody>
      </p:sp>
    </p:spTree>
    <p:extLst>
      <p:ext uri="{BB962C8B-B14F-4D97-AF65-F5344CB8AC3E}">
        <p14:creationId xmlns:p14="http://schemas.microsoft.com/office/powerpoint/2010/main" val="439485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957AE3-E382-C40F-E4C1-5B71FF2A1901}"/>
              </a:ext>
            </a:extLst>
          </p:cNvPr>
          <p:cNvSpPr>
            <a:spLocks noGrp="1"/>
          </p:cNvSpPr>
          <p:nvPr>
            <p:ph type="body" sz="quarter" idx="12"/>
          </p:nvPr>
        </p:nvSpPr>
        <p:spPr/>
        <p:txBody>
          <a:bodyPr/>
          <a:lstStyle/>
          <a:p>
            <a:r>
              <a:rPr sz="1600" b="0" i="0" dirty="0">
                <a:solidFill>
                  <a:srgbClr val="000F47"/>
                </a:solidFill>
                <a:latin typeface="Arial"/>
              </a:rPr>
              <a:t>SPR</a:t>
            </a:r>
            <a:r>
              <a:rPr lang="en-US" sz="1600" b="0" i="0" dirty="0">
                <a:solidFill>
                  <a:srgbClr val="000F47"/>
                </a:solidFill>
                <a:latin typeface="Arial"/>
              </a:rPr>
              <a:t>,</a:t>
            </a:r>
            <a:r>
              <a:rPr sz="1600" b="0" i="0" dirty="0">
                <a:solidFill>
                  <a:srgbClr val="000F47"/>
                </a:solidFill>
                <a:latin typeface="Arial"/>
              </a:rPr>
              <a:t> indirect method: the protection return calculated</a:t>
            </a:r>
            <a:r>
              <a:rPr lang="en-US" sz="1600" b="0" i="0" dirty="0">
                <a:solidFill>
                  <a:srgbClr val="000F47"/>
                </a:solidFill>
                <a:latin typeface="Arial"/>
              </a:rPr>
              <a:t> based on DNB RTS</a:t>
            </a:r>
            <a:r>
              <a:rPr sz="1600" b="0" i="0" dirty="0">
                <a:solidFill>
                  <a:srgbClr val="000F47"/>
                </a:solidFill>
                <a:latin typeface="Arial"/>
              </a:rPr>
              <a:t>, but has to be earned with real instruments</a:t>
            </a:r>
            <a:endParaRPr lang="nl-NL" dirty="0"/>
          </a:p>
        </p:txBody>
      </p:sp>
      <p:sp>
        <p:nvSpPr>
          <p:cNvPr id="4" name="Title 3">
            <a:extLst>
              <a:ext uri="{FF2B5EF4-FFF2-40B4-BE49-F238E27FC236}">
                <a16:creationId xmlns:a16="http://schemas.microsoft.com/office/drawing/2014/main" id="{D92473F8-5058-FF4B-F3FA-585C3055BC3D}"/>
              </a:ext>
            </a:extLst>
          </p:cNvPr>
          <p:cNvSpPr>
            <a:spLocks noGrp="1"/>
          </p:cNvSpPr>
          <p:nvPr>
            <p:ph type="title"/>
          </p:nvPr>
        </p:nvSpPr>
        <p:spPr/>
        <p:txBody>
          <a:bodyPr/>
          <a:lstStyle/>
          <a:p>
            <a:r>
              <a:rPr dirty="0"/>
              <a:t>Problem: mismatch return under the </a:t>
            </a:r>
            <a:r>
              <a:rPr dirty="0" err="1"/>
              <a:t>Wtp</a:t>
            </a:r>
            <a:endParaRPr lang="nl-NL" dirty="0"/>
          </a:p>
        </p:txBody>
      </p:sp>
      <p:sp>
        <p:nvSpPr>
          <p:cNvPr id="5" name="Footer Placeholder 4">
            <a:extLst>
              <a:ext uri="{FF2B5EF4-FFF2-40B4-BE49-F238E27FC236}">
                <a16:creationId xmlns:a16="http://schemas.microsoft.com/office/drawing/2014/main" id="{969D1E66-5FC6-4C20-D117-64125D2A49AE}"/>
              </a:ext>
            </a:extLst>
          </p:cNvPr>
          <p:cNvSpPr>
            <a:spLocks noGrp="1"/>
          </p:cNvSpPr>
          <p:nvPr>
            <p:ph type="ftr" sz="quarter" idx="14"/>
          </p:nvPr>
        </p:nvSpPr>
        <p:spPr/>
        <p:txBody>
          <a:bodyPr/>
          <a:lstStyle/>
          <a:p>
            <a:endParaRPr lang="nl-NL" dirty="0"/>
          </a:p>
        </p:txBody>
      </p:sp>
      <p:sp>
        <p:nvSpPr>
          <p:cNvPr id="6" name="Slide Number Placeholder 5">
            <a:extLst>
              <a:ext uri="{FF2B5EF4-FFF2-40B4-BE49-F238E27FC236}">
                <a16:creationId xmlns:a16="http://schemas.microsoft.com/office/drawing/2014/main" id="{2F3D6905-B8A0-3CB5-7B46-25C43E7D53F1}"/>
              </a:ext>
            </a:extLst>
          </p:cNvPr>
          <p:cNvSpPr>
            <a:spLocks noGrp="1"/>
          </p:cNvSpPr>
          <p:nvPr>
            <p:ph type="sldNum" sz="quarter" idx="15"/>
          </p:nvPr>
        </p:nvSpPr>
        <p:spPr/>
        <p:txBody>
          <a:bodyPr/>
          <a:lstStyle/>
          <a:p>
            <a:fld id="{CC823384-2074-4C75-9031-ACAC8BCA8354}" type="slidenum">
              <a:rPr lang="nl-NL" smtClean="0"/>
              <a:pPr/>
              <a:t>4</a:t>
            </a:fld>
            <a:endParaRPr lang="nl-NL" dirty="0"/>
          </a:p>
        </p:txBody>
      </p:sp>
      <p:sp>
        <p:nvSpPr>
          <p:cNvPr id="7" name="Overlay return"/>
          <p:cNvSpPr/>
          <p:nvPr/>
        </p:nvSpPr>
        <p:spPr>
          <a:xfrm>
            <a:off x="457200" y="1463040"/>
            <a:ext cx="5760720" cy="960120"/>
          </a:xfrm>
          <a:prstGeom prst="roundRect">
            <a:avLst>
              <a:gd name="adj" fmla="val 6000"/>
            </a:avLst>
          </a:prstGeom>
          <a:solidFill>
            <a:srgbClr val="000F47"/>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spcAft>
                <a:spcPts val="200"/>
              </a:spcAft>
            </a:pPr>
            <a:r>
              <a:rPr sz="1800" b="1" i="0" dirty="0">
                <a:solidFill>
                  <a:srgbClr val="FFFFFF"/>
                </a:solidFill>
                <a:latin typeface="Arial"/>
              </a:rPr>
              <a:t>Return of the interest rate overlay</a:t>
            </a:r>
          </a:p>
          <a:p>
            <a:pPr algn="l">
              <a:spcAft>
                <a:spcPts val="0"/>
              </a:spcAft>
            </a:pPr>
            <a:r>
              <a:rPr sz="1400" b="0" i="0" dirty="0">
                <a:solidFill>
                  <a:srgbClr val="FFFFFF"/>
                </a:solidFill>
                <a:latin typeface="Arial"/>
              </a:rPr>
              <a:t>What the LDI portfolio actually earns: cash, receiver swaps and bonds</a:t>
            </a:r>
          </a:p>
        </p:txBody>
      </p:sp>
      <p:sp>
        <p:nvSpPr>
          <p:cNvPr id="8" name="Minus sign"/>
          <p:cNvSpPr txBox="1"/>
          <p:nvPr/>
        </p:nvSpPr>
        <p:spPr>
          <a:xfrm>
            <a:off x="457200" y="2423160"/>
            <a:ext cx="5760720" cy="384048"/>
          </a:xfrm>
          <a:prstGeom prst="rect">
            <a:avLst/>
          </a:prstGeom>
          <a:noFill/>
        </p:spPr>
        <p:txBody>
          <a:bodyPr wrap="square" lIns="0" tIns="0" rIns="0" bIns="0" anchor="ctr">
            <a:spAutoFit/>
          </a:bodyPr>
          <a:lstStyle/>
          <a:p>
            <a:pPr algn="ctr">
              <a:spcAft>
                <a:spcPts val="0"/>
              </a:spcAft>
            </a:pPr>
            <a:r>
              <a:rPr sz="2600" b="1" i="0">
                <a:solidFill>
                  <a:srgbClr val="000F47"/>
                </a:solidFill>
                <a:latin typeface="Arial"/>
              </a:rPr>
              <a:t>−</a:t>
            </a:r>
          </a:p>
        </p:txBody>
      </p:sp>
      <p:sp>
        <p:nvSpPr>
          <p:cNvPr id="9" name="Protection return"/>
          <p:cNvSpPr/>
          <p:nvPr/>
        </p:nvSpPr>
        <p:spPr>
          <a:xfrm>
            <a:off x="457200" y="2798064"/>
            <a:ext cx="5760720" cy="1051560"/>
          </a:xfrm>
          <a:prstGeom prst="roundRect">
            <a:avLst>
              <a:gd name="adj" fmla="val 6000"/>
            </a:avLst>
          </a:prstGeom>
          <a:solidFill>
            <a:srgbClr val="CEEC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spcAft>
                <a:spcPts val="200"/>
              </a:spcAft>
            </a:pPr>
            <a:r>
              <a:rPr sz="1800" b="1" i="0" dirty="0">
                <a:solidFill>
                  <a:srgbClr val="000F47"/>
                </a:solidFill>
                <a:latin typeface="Arial"/>
              </a:rPr>
              <a:t>Theoretical protection return</a:t>
            </a:r>
          </a:p>
          <a:p>
            <a:pPr algn="l">
              <a:spcAft>
                <a:spcPts val="0"/>
              </a:spcAft>
            </a:pPr>
            <a:r>
              <a:rPr sz="1400" b="0" i="0" dirty="0">
                <a:solidFill>
                  <a:srgbClr val="000F47"/>
                </a:solidFill>
                <a:latin typeface="Arial"/>
              </a:rPr>
              <a:t>% change of the annuity factor (DNB RTS) × protection level, credited </a:t>
            </a:r>
            <a:r>
              <a:rPr lang="en-US" sz="1400" b="0" i="0" dirty="0">
                <a:solidFill>
                  <a:srgbClr val="000F47"/>
                </a:solidFill>
                <a:latin typeface="Arial"/>
              </a:rPr>
              <a:t>independent</a:t>
            </a:r>
            <a:r>
              <a:rPr sz="1400" b="0" i="0" dirty="0">
                <a:solidFill>
                  <a:srgbClr val="000F47"/>
                </a:solidFill>
                <a:latin typeface="Arial"/>
              </a:rPr>
              <a:t> of the investment result</a:t>
            </a:r>
          </a:p>
        </p:txBody>
      </p:sp>
      <p:sp>
        <p:nvSpPr>
          <p:cNvPr id="10" name="Equals sign"/>
          <p:cNvSpPr txBox="1"/>
          <p:nvPr/>
        </p:nvSpPr>
        <p:spPr>
          <a:xfrm>
            <a:off x="457200" y="3867912"/>
            <a:ext cx="5760720" cy="384048"/>
          </a:xfrm>
          <a:prstGeom prst="rect">
            <a:avLst/>
          </a:prstGeom>
          <a:noFill/>
        </p:spPr>
        <p:txBody>
          <a:bodyPr wrap="square" lIns="0" tIns="0" rIns="0" bIns="0" anchor="ctr">
            <a:spAutoFit/>
          </a:bodyPr>
          <a:lstStyle/>
          <a:p>
            <a:pPr algn="ctr">
              <a:spcAft>
                <a:spcPts val="0"/>
              </a:spcAft>
            </a:pPr>
            <a:r>
              <a:rPr sz="2600" b="1" i="0">
                <a:solidFill>
                  <a:srgbClr val="000F47"/>
                </a:solidFill>
                <a:latin typeface="Arial"/>
              </a:rPr>
              <a:t>=</a:t>
            </a:r>
          </a:p>
        </p:txBody>
      </p:sp>
      <p:sp>
        <p:nvSpPr>
          <p:cNvPr id="11" name="Mismatch return"/>
          <p:cNvSpPr/>
          <p:nvPr/>
        </p:nvSpPr>
        <p:spPr>
          <a:xfrm>
            <a:off x="457200" y="4270248"/>
            <a:ext cx="5760720" cy="1234440"/>
          </a:xfrm>
          <a:prstGeom prst="roundRect">
            <a:avLst>
              <a:gd name="adj" fmla="val 6000"/>
            </a:avLst>
          </a:prstGeom>
          <a:solidFill>
            <a:srgbClr val="0B4BFF"/>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spcAft>
                <a:spcPts val="200"/>
              </a:spcAft>
            </a:pPr>
            <a:r>
              <a:rPr sz="1800" b="1" i="0">
                <a:solidFill>
                  <a:srgbClr val="FFFFFF"/>
                </a:solidFill>
                <a:latin typeface="Arial"/>
              </a:rPr>
              <a:t>Mismatch return</a:t>
            </a:r>
          </a:p>
          <a:p>
            <a:pPr algn="l">
              <a:spcAft>
                <a:spcPts val="0"/>
              </a:spcAft>
            </a:pPr>
            <a:r>
              <a:rPr sz="1400" b="0" i="0">
                <a:solidFill>
                  <a:srgbClr val="FFFFFF"/>
                </a:solidFill>
                <a:latin typeface="Arial"/>
              </a:rPr>
              <a:t>Enters the excess return and lands mostly with younger cohorts. A structurally negative mismatch is a predictable transfer from young to old.</a:t>
            </a:r>
          </a:p>
        </p:txBody>
      </p:sp>
      <p:sp>
        <p:nvSpPr>
          <p:cNvPr id="13" name="Drivers header"/>
          <p:cNvSpPr txBox="1"/>
          <p:nvPr/>
        </p:nvSpPr>
        <p:spPr>
          <a:xfrm>
            <a:off x="6675120" y="1508760"/>
            <a:ext cx="5056632" cy="411480"/>
          </a:xfrm>
          <a:prstGeom prst="rect">
            <a:avLst/>
          </a:prstGeom>
          <a:noFill/>
        </p:spPr>
        <p:txBody>
          <a:bodyPr wrap="square" lIns="0" tIns="0" rIns="0" bIns="0" anchor="ctr">
            <a:spAutoFit/>
          </a:bodyPr>
          <a:lstStyle/>
          <a:p>
            <a:pPr algn="l">
              <a:spcAft>
                <a:spcPts val="0"/>
              </a:spcAft>
            </a:pPr>
            <a:r>
              <a:rPr sz="1800" b="1" i="0">
                <a:solidFill>
                  <a:srgbClr val="000F47"/>
                </a:solidFill>
                <a:latin typeface="Arial"/>
              </a:rPr>
              <a:t>Two drivers the LDI manager controls</a:t>
            </a:r>
          </a:p>
        </p:txBody>
      </p:sp>
      <p:sp>
        <p:nvSpPr>
          <p:cNvPr id="14" name="Driver card 1"/>
          <p:cNvSpPr/>
          <p:nvPr/>
        </p:nvSpPr>
        <p:spPr>
          <a:xfrm>
            <a:off x="6675120" y="2057400"/>
            <a:ext cx="5056632" cy="1645920"/>
          </a:xfrm>
          <a:prstGeom prst="roundRect">
            <a:avLst>
              <a:gd name="adj" fmla="val 6000"/>
            </a:avLst>
          </a:prstGeom>
          <a:solidFill>
            <a:srgbClr val="CE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Driver badge 1"/>
          <p:cNvSpPr/>
          <p:nvPr/>
        </p:nvSpPr>
        <p:spPr>
          <a:xfrm>
            <a:off x="6858000" y="2240280"/>
            <a:ext cx="457200" cy="457200"/>
          </a:xfrm>
          <a:prstGeom prst="ellipse">
            <a:avLst/>
          </a:prstGeom>
          <a:solidFill>
            <a:srgbClr val="FFB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000F47"/>
                </a:solidFill>
                <a:latin typeface="Arial"/>
              </a:rPr>
              <a:t>1</a:t>
            </a:r>
          </a:p>
        </p:txBody>
      </p:sp>
      <p:sp>
        <p:nvSpPr>
          <p:cNvPr id="16" name="Driver text 1"/>
          <p:cNvSpPr txBox="1"/>
          <p:nvPr/>
        </p:nvSpPr>
        <p:spPr>
          <a:xfrm>
            <a:off x="7498079" y="2212848"/>
            <a:ext cx="4050791" cy="1015663"/>
          </a:xfrm>
          <a:prstGeom prst="rect">
            <a:avLst/>
          </a:prstGeom>
          <a:noFill/>
        </p:spPr>
        <p:txBody>
          <a:bodyPr wrap="square" lIns="0" tIns="0" rIns="0" bIns="0" anchor="t">
            <a:spAutoFit/>
          </a:bodyPr>
          <a:lstStyle/>
          <a:p>
            <a:pPr algn="l">
              <a:spcAft>
                <a:spcPts val="200"/>
              </a:spcAft>
            </a:pPr>
            <a:r>
              <a:rPr sz="1800" b="1" i="0" dirty="0">
                <a:solidFill>
                  <a:srgbClr val="000F47"/>
                </a:solidFill>
                <a:latin typeface="Arial"/>
              </a:rPr>
              <a:t>Cash drag</a:t>
            </a:r>
          </a:p>
          <a:p>
            <a:pPr algn="l">
              <a:spcAft>
                <a:spcPts val="400"/>
              </a:spcAft>
            </a:pPr>
            <a:r>
              <a:rPr sz="1500" b="1" i="0" dirty="0">
                <a:solidFill>
                  <a:srgbClr val="0B4BFF"/>
                </a:solidFill>
                <a:latin typeface="Arial"/>
              </a:rPr>
              <a:t>≈ −25 bp per year, near-certain</a:t>
            </a:r>
          </a:p>
          <a:p>
            <a:pPr algn="l">
              <a:spcAft>
                <a:spcPts val="0"/>
              </a:spcAft>
            </a:pPr>
            <a:r>
              <a:rPr sz="1400" b="0" i="0" dirty="0">
                <a:solidFill>
                  <a:srgbClr val="000F47"/>
                </a:solidFill>
                <a:latin typeface="Arial"/>
              </a:rPr>
              <a:t>Swaps </a:t>
            </a:r>
            <a:r>
              <a:rPr lang="en-US" sz="1400" dirty="0">
                <a:solidFill>
                  <a:srgbClr val="000F47"/>
                </a:solidFill>
                <a:latin typeface="Arial"/>
              </a:rPr>
              <a:t>require paying</a:t>
            </a:r>
            <a:r>
              <a:rPr sz="1400" b="0" i="0" dirty="0">
                <a:solidFill>
                  <a:srgbClr val="000F47"/>
                </a:solidFill>
                <a:latin typeface="Arial"/>
              </a:rPr>
              <a:t> 6-month </a:t>
            </a:r>
            <a:r>
              <a:rPr lang="en-US" sz="1400" b="0" i="0" dirty="0">
                <a:solidFill>
                  <a:srgbClr val="000F47"/>
                </a:solidFill>
                <a:latin typeface="Arial"/>
              </a:rPr>
              <a:t>floating </a:t>
            </a:r>
            <a:r>
              <a:rPr sz="1400" b="0" i="0" dirty="0">
                <a:solidFill>
                  <a:srgbClr val="000F47"/>
                </a:solidFill>
                <a:latin typeface="Arial"/>
              </a:rPr>
              <a:t>Euribor, while cash in </a:t>
            </a:r>
            <a:r>
              <a:rPr lang="en-US" sz="1400" b="0" i="0" dirty="0">
                <a:solidFill>
                  <a:srgbClr val="000F47"/>
                </a:solidFill>
                <a:latin typeface="Arial"/>
              </a:rPr>
              <a:t>MMF </a:t>
            </a:r>
            <a:r>
              <a:rPr sz="1400" b="0" i="0" dirty="0">
                <a:solidFill>
                  <a:srgbClr val="000F47"/>
                </a:solidFill>
                <a:latin typeface="Arial"/>
              </a:rPr>
              <a:t>has historically earned less.</a:t>
            </a:r>
          </a:p>
        </p:txBody>
      </p:sp>
      <p:sp>
        <p:nvSpPr>
          <p:cNvPr id="17" name="Driver card 2"/>
          <p:cNvSpPr/>
          <p:nvPr/>
        </p:nvSpPr>
        <p:spPr>
          <a:xfrm>
            <a:off x="6675120" y="3886200"/>
            <a:ext cx="5056632" cy="1645920"/>
          </a:xfrm>
          <a:prstGeom prst="roundRect">
            <a:avLst>
              <a:gd name="adj" fmla="val 6000"/>
            </a:avLst>
          </a:prstGeom>
          <a:solidFill>
            <a:srgbClr val="CE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Driver badge 2"/>
          <p:cNvSpPr/>
          <p:nvPr/>
        </p:nvSpPr>
        <p:spPr>
          <a:xfrm>
            <a:off x="6858000" y="4069080"/>
            <a:ext cx="457200" cy="457200"/>
          </a:xfrm>
          <a:prstGeom prst="ellipse">
            <a:avLst/>
          </a:prstGeom>
          <a:solidFill>
            <a:srgbClr val="FFB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600" b="1" i="0">
                <a:solidFill>
                  <a:srgbClr val="000F47"/>
                </a:solidFill>
                <a:latin typeface="Arial"/>
              </a:rPr>
              <a:t>2</a:t>
            </a:r>
          </a:p>
        </p:txBody>
      </p:sp>
      <p:sp>
        <p:nvSpPr>
          <p:cNvPr id="19" name="Driver text 2"/>
          <p:cNvSpPr txBox="1"/>
          <p:nvPr/>
        </p:nvSpPr>
        <p:spPr>
          <a:xfrm>
            <a:off x="7498079" y="4041648"/>
            <a:ext cx="4050791" cy="1231106"/>
          </a:xfrm>
          <a:prstGeom prst="rect">
            <a:avLst/>
          </a:prstGeom>
          <a:noFill/>
        </p:spPr>
        <p:txBody>
          <a:bodyPr wrap="square" lIns="0" tIns="0" rIns="0" bIns="0" anchor="t">
            <a:spAutoFit/>
          </a:bodyPr>
          <a:lstStyle/>
          <a:p>
            <a:pPr algn="l">
              <a:spcAft>
                <a:spcPts val="200"/>
              </a:spcAft>
            </a:pPr>
            <a:r>
              <a:rPr sz="1800" b="1" i="0" dirty="0">
                <a:solidFill>
                  <a:srgbClr val="000F47"/>
                </a:solidFill>
                <a:latin typeface="Arial"/>
              </a:rPr>
              <a:t>Spread risk</a:t>
            </a:r>
          </a:p>
          <a:p>
            <a:pPr algn="l">
              <a:spcAft>
                <a:spcPts val="400"/>
              </a:spcAft>
            </a:pPr>
            <a:r>
              <a:rPr sz="1500" b="1" i="0" dirty="0">
                <a:solidFill>
                  <a:srgbClr val="0B4BFF"/>
                </a:solidFill>
                <a:latin typeface="Arial"/>
              </a:rPr>
              <a:t>Spread s = bond yield − swap rate</a:t>
            </a:r>
          </a:p>
          <a:p>
            <a:pPr algn="l">
              <a:spcAft>
                <a:spcPts val="0"/>
              </a:spcAft>
            </a:pPr>
            <a:r>
              <a:rPr sz="1400" b="0" i="0" dirty="0">
                <a:solidFill>
                  <a:srgbClr val="000F47"/>
                </a:solidFill>
                <a:latin typeface="Arial"/>
              </a:rPr>
              <a:t>Bonds compensate the cash drag, but the spread moves with liquidity and credit risk (negative </a:t>
            </a:r>
            <a:r>
              <a:rPr lang="en-US" sz="1400" b="0" i="0" dirty="0">
                <a:solidFill>
                  <a:srgbClr val="000F47"/>
                </a:solidFill>
                <a:latin typeface="Arial"/>
              </a:rPr>
              <a:t>spread </a:t>
            </a:r>
            <a:r>
              <a:rPr sz="1400" b="0" i="0" dirty="0">
                <a:solidFill>
                  <a:srgbClr val="000F47"/>
                </a:solidFill>
                <a:latin typeface="Arial"/>
              </a:rPr>
              <a:t>in 2015–2022).</a:t>
            </a:r>
          </a:p>
        </p:txBody>
      </p:sp>
    </p:spTree>
    <p:extLst>
      <p:ext uri="{BB962C8B-B14F-4D97-AF65-F5344CB8AC3E}">
        <p14:creationId xmlns:p14="http://schemas.microsoft.com/office/powerpoint/2010/main" val="3286663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AF9F0-F43F-6065-C9BF-953C350E5E3F}"/>
            </a:ext>
          </a:extLst>
        </p:cNvPr>
        <p:cNvGrpSpPr/>
        <p:nvPr/>
      </p:nvGrpSpPr>
      <p:grpSpPr>
        <a:xfrm>
          <a:off x="0" y="0"/>
          <a:ext cx="0" cy="0"/>
          <a:chOff x="0" y="0"/>
          <a:chExt cx="0" cy="0"/>
        </a:xfrm>
      </p:grpSpPr>
      <p:sp>
        <p:nvSpPr>
          <p:cNvPr id="7" name="Text Placeholder 1">
            <a:extLst>
              <a:ext uri="{FF2B5EF4-FFF2-40B4-BE49-F238E27FC236}">
                <a16:creationId xmlns:a16="http://schemas.microsoft.com/office/drawing/2014/main" id="{4DE91965-B71F-3045-D07D-D7685A412DDC}"/>
              </a:ext>
            </a:extLst>
          </p:cNvPr>
          <p:cNvSpPr>
            <a:spLocks noGrp="1"/>
          </p:cNvSpPr>
          <p:nvPr>
            <p:ph type="body" sz="quarter" idx="10"/>
          </p:nvPr>
        </p:nvSpPr>
        <p:spPr/>
        <p:txBody>
          <a:bodyPr/>
          <a:lstStyle/>
          <a:p>
            <a:r>
              <a:t>02</a:t>
            </a:r>
          </a:p>
        </p:txBody>
      </p:sp>
      <p:sp>
        <p:nvSpPr>
          <p:cNvPr id="6" name="Title 2">
            <a:extLst>
              <a:ext uri="{FF2B5EF4-FFF2-40B4-BE49-F238E27FC236}">
                <a16:creationId xmlns:a16="http://schemas.microsoft.com/office/drawing/2014/main" id="{42A6CCD1-94E0-68DF-8B5A-C7D4740C7CF9}"/>
              </a:ext>
            </a:extLst>
          </p:cNvPr>
          <p:cNvSpPr>
            <a:spLocks noGrp="1"/>
          </p:cNvSpPr>
          <p:nvPr>
            <p:ph type="title"/>
          </p:nvPr>
        </p:nvSpPr>
        <p:spPr/>
        <p:txBody>
          <a:bodyPr/>
          <a:lstStyle/>
          <a:p>
            <a:r>
              <a:t>Modelling approach</a:t>
            </a:r>
            <a:endParaRPr lang="nl-NL" dirty="0"/>
          </a:p>
        </p:txBody>
      </p:sp>
    </p:spTree>
    <p:extLst>
      <p:ext uri="{BB962C8B-B14F-4D97-AF65-F5344CB8AC3E}">
        <p14:creationId xmlns:p14="http://schemas.microsoft.com/office/powerpoint/2010/main" val="3132484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1970A-80DC-74FE-E5BD-04EBA5634D4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6F006E8-29F9-1D0C-2D6D-4A5BC5D1A4FA}"/>
              </a:ext>
            </a:extLst>
          </p:cNvPr>
          <p:cNvSpPr>
            <a:spLocks noGrp="1"/>
          </p:cNvSpPr>
          <p:nvPr>
            <p:ph type="body" sz="quarter" idx="12"/>
          </p:nvPr>
        </p:nvSpPr>
        <p:spPr/>
        <p:txBody>
          <a:bodyPr/>
          <a:lstStyle/>
          <a:p>
            <a:r>
              <a:rPr sz="1600" b="0" i="0" dirty="0">
                <a:solidFill>
                  <a:srgbClr val="000F47"/>
                </a:solidFill>
                <a:latin typeface="Arial"/>
              </a:rPr>
              <a:t>Choose the bond allocation</a:t>
            </a:r>
            <a:r>
              <a:rPr lang="en-US" dirty="0">
                <a:solidFill>
                  <a:srgbClr val="000F47"/>
                </a:solidFill>
              </a:rPr>
              <a:t> </a:t>
            </a:r>
            <a:r>
              <a:rPr lang="en-US" b="1" dirty="0" err="1">
                <a:solidFill>
                  <a:srgbClr val="000F47"/>
                </a:solidFill>
              </a:rPr>
              <a:t>x</a:t>
            </a:r>
            <a:r>
              <a:rPr lang="en-US" b="1" baseline="-25000" dirty="0" err="1">
                <a:solidFill>
                  <a:srgbClr val="000F47"/>
                </a:solidFill>
              </a:rPr>
              <a:t>B</a:t>
            </a:r>
            <a:r>
              <a:rPr sz="1600" b="0" i="0" dirty="0">
                <a:solidFill>
                  <a:srgbClr val="000F47"/>
                </a:solidFill>
                <a:latin typeface="Arial"/>
              </a:rPr>
              <a:t> of the overlay over time to maximi</a:t>
            </a:r>
            <a:r>
              <a:rPr lang="en-US" sz="1600" b="0" i="0" dirty="0">
                <a:solidFill>
                  <a:srgbClr val="000F47"/>
                </a:solidFill>
                <a:latin typeface="Arial"/>
              </a:rPr>
              <a:t>z</a:t>
            </a:r>
            <a:r>
              <a:rPr sz="1600" b="0" i="0" dirty="0">
                <a:solidFill>
                  <a:srgbClr val="000F47"/>
                </a:solidFill>
                <a:latin typeface="Arial"/>
              </a:rPr>
              <a:t>e expected utility of the pension entitlement</a:t>
            </a:r>
            <a:endParaRPr lang="nl-NL" dirty="0"/>
          </a:p>
        </p:txBody>
      </p:sp>
      <p:sp>
        <p:nvSpPr>
          <p:cNvPr id="4" name="Title 3">
            <a:extLst>
              <a:ext uri="{FF2B5EF4-FFF2-40B4-BE49-F238E27FC236}">
                <a16:creationId xmlns:a16="http://schemas.microsoft.com/office/drawing/2014/main" id="{BB1FE72F-06F1-E058-2F50-FA3AEAB8FFD6}"/>
              </a:ext>
            </a:extLst>
          </p:cNvPr>
          <p:cNvSpPr>
            <a:spLocks noGrp="1"/>
          </p:cNvSpPr>
          <p:nvPr>
            <p:ph type="title"/>
          </p:nvPr>
        </p:nvSpPr>
        <p:spPr/>
        <p:txBody>
          <a:bodyPr/>
          <a:lstStyle/>
          <a:p>
            <a:r>
              <a:t>Merton life-cycle model with mismatch risk</a:t>
            </a:r>
            <a:endParaRPr lang="nl-NL" dirty="0"/>
          </a:p>
        </p:txBody>
      </p:sp>
      <p:sp>
        <p:nvSpPr>
          <p:cNvPr id="5" name="Footer Placeholder 4">
            <a:extLst>
              <a:ext uri="{FF2B5EF4-FFF2-40B4-BE49-F238E27FC236}">
                <a16:creationId xmlns:a16="http://schemas.microsoft.com/office/drawing/2014/main" id="{14055742-0E98-04F6-B4E3-B8BDC3D4CA48}"/>
              </a:ext>
            </a:extLst>
          </p:cNvPr>
          <p:cNvSpPr>
            <a:spLocks noGrp="1"/>
          </p:cNvSpPr>
          <p:nvPr>
            <p:ph type="ftr" sz="quarter" idx="14"/>
          </p:nvPr>
        </p:nvSpPr>
        <p:spPr/>
        <p:txBody>
          <a:bodyPr/>
          <a:lstStyle/>
          <a:p>
            <a:endParaRPr lang="nl-NL" dirty="0"/>
          </a:p>
        </p:txBody>
      </p:sp>
      <p:sp>
        <p:nvSpPr>
          <p:cNvPr id="6" name="Slide Number Placeholder 5">
            <a:extLst>
              <a:ext uri="{FF2B5EF4-FFF2-40B4-BE49-F238E27FC236}">
                <a16:creationId xmlns:a16="http://schemas.microsoft.com/office/drawing/2014/main" id="{3B1D4671-CDA5-563F-77C2-D8BAC3AB059D}"/>
              </a:ext>
            </a:extLst>
          </p:cNvPr>
          <p:cNvSpPr>
            <a:spLocks noGrp="1"/>
          </p:cNvSpPr>
          <p:nvPr>
            <p:ph type="sldNum" sz="quarter" idx="15"/>
          </p:nvPr>
        </p:nvSpPr>
        <p:spPr/>
        <p:txBody>
          <a:bodyPr/>
          <a:lstStyle/>
          <a:p>
            <a:fld id="{CC823384-2074-4C75-9031-ACAC8BCA8354}" type="slidenum">
              <a:rPr lang="nl-NL" smtClean="0"/>
              <a:pPr/>
              <a:t>6</a:t>
            </a:fld>
            <a:endParaRPr lang="nl-NL" dirty="0"/>
          </a:p>
        </p:txBody>
      </p:sp>
      <p:pic>
        <p:nvPicPr>
          <p:cNvPr id="7" name="Equation objective" descr="obj_t.png"/>
          <p:cNvPicPr>
            <a:picLocks noChangeAspect="1"/>
          </p:cNvPicPr>
          <p:nvPr/>
        </p:nvPicPr>
        <p:blipFill>
          <a:blip r:embed="rId3"/>
          <a:stretch>
            <a:fillRect/>
          </a:stretch>
        </p:blipFill>
        <p:spPr>
          <a:xfrm>
            <a:off x="457200" y="1204892"/>
            <a:ext cx="1610586" cy="731520"/>
          </a:xfrm>
          <a:prstGeom prst="rect">
            <a:avLst/>
          </a:prstGeom>
        </p:spPr>
      </p:pic>
      <p:sp>
        <p:nvSpPr>
          <p:cNvPr id="8" name="Objective text"/>
          <p:cNvSpPr txBox="1"/>
          <p:nvPr/>
        </p:nvSpPr>
        <p:spPr>
          <a:xfrm>
            <a:off x="2331720" y="1204892"/>
            <a:ext cx="5532120" cy="731520"/>
          </a:xfrm>
          <a:prstGeom prst="rect">
            <a:avLst/>
          </a:prstGeom>
          <a:noFill/>
        </p:spPr>
        <p:txBody>
          <a:bodyPr wrap="square" lIns="0" tIns="0" rIns="0" bIns="0" anchor="ctr">
            <a:spAutoFit/>
          </a:bodyPr>
          <a:lstStyle/>
          <a:p>
            <a:pPr algn="l">
              <a:spcAft>
                <a:spcPts val="0"/>
              </a:spcAft>
            </a:pPr>
            <a:r>
              <a:rPr sz="1400" b="1" i="0">
                <a:solidFill>
                  <a:srgbClr val="000F47"/>
                </a:solidFill>
                <a:latin typeface="Arial"/>
              </a:rPr>
              <a:t>Objective.</a:t>
            </a:r>
            <a:r>
              <a:rPr sz="1400" b="0" i="0">
                <a:solidFill>
                  <a:srgbClr val="000F47"/>
                </a:solidFill>
                <a:latin typeface="Arial"/>
              </a:rPr>
              <a:t> Pension entitlement P</a:t>
            </a:r>
            <a:r>
              <a:rPr sz="1400" b="0" i="0" baseline="-25000">
                <a:solidFill>
                  <a:srgbClr val="000F47"/>
                </a:solidFill>
                <a:latin typeface="Arial"/>
              </a:rPr>
              <a:t>t</a:t>
            </a:r>
            <a:r>
              <a:rPr sz="1400" b="0" i="0">
                <a:solidFill>
                  <a:srgbClr val="000F47"/>
                </a:solidFill>
                <a:latin typeface="Arial"/>
              </a:rPr>
              <a:t> = F</a:t>
            </a:r>
            <a:r>
              <a:rPr sz="1400" b="0" i="0" baseline="-25000">
                <a:solidFill>
                  <a:srgbClr val="000F47"/>
                </a:solidFill>
                <a:latin typeface="Arial"/>
              </a:rPr>
              <a:t>t</a:t>
            </a:r>
            <a:r>
              <a:rPr sz="1400" b="0" i="0">
                <a:solidFill>
                  <a:srgbClr val="000F47"/>
                </a:solidFill>
                <a:latin typeface="Arial"/>
              </a:rPr>
              <a:t> / a</a:t>
            </a:r>
            <a:r>
              <a:rPr sz="1400" b="0" i="0" baseline="-25000">
                <a:solidFill>
                  <a:srgbClr val="000F47"/>
                </a:solidFill>
                <a:latin typeface="Arial"/>
              </a:rPr>
              <a:t>t</a:t>
            </a:r>
            <a:r>
              <a:rPr sz="1400" b="0" i="0">
                <a:solidFill>
                  <a:srgbClr val="000F47"/>
                </a:solidFill>
                <a:latin typeface="Arial"/>
              </a:rPr>
              <a:t>: the yearly benefit the capital buys (F</a:t>
            </a:r>
            <a:r>
              <a:rPr sz="1400" b="0" i="0" baseline="-25000">
                <a:solidFill>
                  <a:srgbClr val="000F47"/>
                </a:solidFill>
                <a:latin typeface="Arial"/>
              </a:rPr>
              <a:t>t</a:t>
            </a:r>
            <a:r>
              <a:rPr sz="1400" b="0" i="0">
                <a:solidFill>
                  <a:srgbClr val="000F47"/>
                </a:solidFill>
                <a:latin typeface="Arial"/>
              </a:rPr>
              <a:t>: capital, a</a:t>
            </a:r>
            <a:r>
              <a:rPr sz="1400" b="0" i="0" baseline="-25000">
                <a:solidFill>
                  <a:srgbClr val="000F47"/>
                </a:solidFill>
                <a:latin typeface="Arial"/>
              </a:rPr>
              <a:t>t</a:t>
            </a:r>
            <a:r>
              <a:rPr sz="1400" b="0" i="0">
                <a:solidFill>
                  <a:srgbClr val="000F47"/>
                </a:solidFill>
                <a:latin typeface="Arial"/>
              </a:rPr>
              <a:t>: annuity factor, γ: risk aversion).</a:t>
            </a:r>
          </a:p>
        </p:txBody>
      </p:sp>
      <p:pic>
        <p:nvPicPr>
          <p:cNvPr id="9" name="Equation entitlement" descr="P_t.png"/>
          <p:cNvPicPr>
            <a:picLocks noChangeAspect="1"/>
          </p:cNvPicPr>
          <p:nvPr/>
        </p:nvPicPr>
        <p:blipFill>
          <a:blip r:embed="rId4"/>
          <a:stretch>
            <a:fillRect/>
          </a:stretch>
        </p:blipFill>
        <p:spPr>
          <a:xfrm>
            <a:off x="457200" y="2073572"/>
            <a:ext cx="7406640" cy="920035"/>
          </a:xfrm>
          <a:prstGeom prst="rect">
            <a:avLst/>
          </a:prstGeom>
        </p:spPr>
      </p:pic>
      <p:pic>
        <p:nvPicPr>
          <p:cNvPr id="10" name="Equation mismatch" descr="M_t.png"/>
          <p:cNvPicPr>
            <a:picLocks noChangeAspect="1"/>
          </p:cNvPicPr>
          <p:nvPr/>
        </p:nvPicPr>
        <p:blipFill>
          <a:blip r:embed="rId5"/>
          <a:stretch>
            <a:fillRect/>
          </a:stretch>
        </p:blipFill>
        <p:spPr>
          <a:xfrm>
            <a:off x="457200" y="3097700"/>
            <a:ext cx="7406640" cy="819495"/>
          </a:xfrm>
          <a:prstGeom prst="rect">
            <a:avLst/>
          </a:prstGeom>
        </p:spPr>
      </p:pic>
      <p:pic>
        <p:nvPicPr>
          <p:cNvPr id="11" name="Equation spread" descr="s_t.png"/>
          <p:cNvPicPr>
            <a:picLocks noChangeAspect="1"/>
          </p:cNvPicPr>
          <p:nvPr/>
        </p:nvPicPr>
        <p:blipFill>
          <a:blip r:embed="rId6"/>
          <a:stretch>
            <a:fillRect/>
          </a:stretch>
        </p:blipFill>
        <p:spPr>
          <a:xfrm>
            <a:off x="457200" y="4057820"/>
            <a:ext cx="2425931" cy="274320"/>
          </a:xfrm>
          <a:prstGeom prst="rect">
            <a:avLst/>
          </a:prstGeom>
        </p:spPr>
      </p:pic>
      <p:sp>
        <p:nvSpPr>
          <p:cNvPr id="12" name="Spread caption"/>
          <p:cNvSpPr txBox="1"/>
          <p:nvPr/>
        </p:nvSpPr>
        <p:spPr>
          <a:xfrm>
            <a:off x="3017520" y="4102647"/>
            <a:ext cx="4846320" cy="184666"/>
          </a:xfrm>
          <a:prstGeom prst="rect">
            <a:avLst/>
          </a:prstGeom>
          <a:noFill/>
        </p:spPr>
        <p:txBody>
          <a:bodyPr wrap="square" lIns="0" tIns="0" rIns="0" bIns="0" anchor="ctr">
            <a:spAutoFit/>
          </a:bodyPr>
          <a:lstStyle/>
          <a:p>
            <a:pPr algn="l">
              <a:spcAft>
                <a:spcPts val="0"/>
              </a:spcAft>
            </a:pPr>
            <a:r>
              <a:rPr sz="1200" b="0" i="0" dirty="0">
                <a:solidFill>
                  <a:srgbClr val="7B7974"/>
                </a:solidFill>
                <a:latin typeface="Arial"/>
              </a:rPr>
              <a:t>swap spread </a:t>
            </a:r>
            <a:r>
              <a:rPr lang="en-US" sz="1200" b="0" i="0" dirty="0">
                <a:solidFill>
                  <a:srgbClr val="7B7974"/>
                </a:solidFill>
                <a:latin typeface="Arial"/>
              </a:rPr>
              <a:t>follows </a:t>
            </a:r>
            <a:r>
              <a:rPr sz="1200" b="0" i="0" dirty="0">
                <a:solidFill>
                  <a:srgbClr val="7B7974"/>
                </a:solidFill>
                <a:latin typeface="Arial"/>
              </a:rPr>
              <a:t>Ornstein–</a:t>
            </a:r>
            <a:r>
              <a:rPr sz="1200" b="0" i="0" dirty="0" err="1">
                <a:solidFill>
                  <a:srgbClr val="7B7974"/>
                </a:solidFill>
                <a:latin typeface="Arial"/>
              </a:rPr>
              <a:t>Uhlenbeck</a:t>
            </a:r>
            <a:r>
              <a:rPr lang="en-US" sz="1200" dirty="0">
                <a:solidFill>
                  <a:srgbClr val="7B7974"/>
                </a:solidFill>
                <a:latin typeface="Arial"/>
              </a:rPr>
              <a:t> process</a:t>
            </a:r>
            <a:endParaRPr sz="1200" b="0" i="0" dirty="0">
              <a:solidFill>
                <a:srgbClr val="7B7974"/>
              </a:solidFill>
              <a:latin typeface="Arial"/>
            </a:endParaRPr>
          </a:p>
        </p:txBody>
      </p:sp>
      <p:sp>
        <p:nvSpPr>
          <p:cNvPr id="13" name="Symbol legend"/>
          <p:cNvSpPr txBox="1"/>
          <p:nvPr/>
        </p:nvSpPr>
        <p:spPr>
          <a:xfrm>
            <a:off x="457200" y="4423580"/>
            <a:ext cx="7406640" cy="338554"/>
          </a:xfrm>
          <a:prstGeom prst="rect">
            <a:avLst/>
          </a:prstGeom>
          <a:noFill/>
        </p:spPr>
        <p:txBody>
          <a:bodyPr wrap="square" lIns="0" tIns="0" rIns="0" bIns="0" anchor="t">
            <a:spAutoFit/>
          </a:bodyPr>
          <a:lstStyle/>
          <a:p>
            <a:r>
              <a:rPr lang="en-US" sz="1100" dirty="0" err="1">
                <a:solidFill>
                  <a:srgbClr val="7B7974"/>
                </a:solidFill>
              </a:rPr>
              <a:t>R</a:t>
            </a:r>
            <a:r>
              <a:rPr lang="en-US" sz="1100" baseline="-25000" dirty="0" err="1">
                <a:solidFill>
                  <a:srgbClr val="7B7974"/>
                </a:solidFill>
              </a:rPr>
              <a:t>t</a:t>
            </a:r>
            <a:r>
              <a:rPr lang="en-US" sz="1100" baseline="25000" dirty="0" err="1">
                <a:solidFill>
                  <a:srgbClr val="7B7974"/>
                </a:solidFill>
              </a:rPr>
              <a:t>L</a:t>
            </a:r>
            <a:r>
              <a:rPr lang="en-US" sz="1100" baseline="25000" dirty="0">
                <a:solidFill>
                  <a:srgbClr val="7B7974"/>
                </a:solidFill>
              </a:rPr>
              <a:t> </a:t>
            </a:r>
            <a:r>
              <a:rPr lang="en-US" sz="1100" dirty="0">
                <a:solidFill>
                  <a:srgbClr val="7B7974"/>
                </a:solidFill>
              </a:rPr>
              <a:t>: protection return · </a:t>
            </a:r>
            <a:r>
              <a:rPr lang="en-US" sz="1100" dirty="0" err="1">
                <a:solidFill>
                  <a:srgbClr val="7B7974"/>
                </a:solidFill>
              </a:rPr>
              <a:t>R</a:t>
            </a:r>
            <a:r>
              <a:rPr lang="en-US" sz="1100" baseline="-25000" dirty="0" err="1">
                <a:solidFill>
                  <a:srgbClr val="7B7974"/>
                </a:solidFill>
              </a:rPr>
              <a:t>t</a:t>
            </a:r>
            <a:r>
              <a:rPr lang="en-US" sz="1100" baseline="25000" dirty="0" err="1">
                <a:solidFill>
                  <a:srgbClr val="7B7974"/>
                </a:solidFill>
              </a:rPr>
              <a:t>M</a:t>
            </a:r>
            <a:r>
              <a:rPr lang="en-US" sz="1100" dirty="0">
                <a:solidFill>
                  <a:srgbClr val="7B7974"/>
                </a:solidFill>
              </a:rPr>
              <a:t>: mismatch return · </a:t>
            </a:r>
            <a:r>
              <a:rPr lang="en-US" sz="1100" b="0" i="0" dirty="0">
                <a:solidFill>
                  <a:srgbClr val="7B7974"/>
                </a:solidFill>
                <a:latin typeface="Arial"/>
              </a:rPr>
              <a:t>β: protection level · </a:t>
            </a:r>
            <a:r>
              <a:rPr lang="en-US" sz="1100" b="0" i="0" dirty="0" err="1">
                <a:solidFill>
                  <a:srgbClr val="7B7974"/>
                </a:solidFill>
                <a:latin typeface="Arial"/>
              </a:rPr>
              <a:t>θ</a:t>
            </a:r>
            <a:r>
              <a:rPr lang="en-US" sz="1100" b="0" i="0" baseline="-25000" dirty="0" err="1">
                <a:solidFill>
                  <a:srgbClr val="7B7974"/>
                </a:solidFill>
                <a:latin typeface="Arial"/>
              </a:rPr>
              <a:t>E</a:t>
            </a:r>
            <a:r>
              <a:rPr lang="en-US" sz="1100" b="0" i="0" dirty="0">
                <a:solidFill>
                  <a:srgbClr val="7B7974"/>
                </a:solidFill>
                <a:latin typeface="Arial"/>
              </a:rPr>
              <a:t>: return-portfolio allocation · ω: share of mismatch borne · </a:t>
            </a:r>
            <a:r>
              <a:rPr lang="en-US" sz="1100" b="0" i="0" dirty="0" err="1">
                <a:solidFill>
                  <a:srgbClr val="7B7974"/>
                </a:solidFill>
                <a:latin typeface="Arial"/>
              </a:rPr>
              <a:t>x</a:t>
            </a:r>
            <a:r>
              <a:rPr lang="en-US" sz="1100" b="0" i="0" baseline="-25000" dirty="0" err="1">
                <a:solidFill>
                  <a:srgbClr val="7B7974"/>
                </a:solidFill>
                <a:latin typeface="Arial"/>
              </a:rPr>
              <a:t>B</a:t>
            </a:r>
            <a:r>
              <a:rPr lang="en-US" sz="1100" b="0" i="0" dirty="0">
                <a:solidFill>
                  <a:srgbClr val="7B7974"/>
                </a:solidFill>
                <a:latin typeface="Arial"/>
              </a:rPr>
              <a:t>: bond share of protected capital · s</a:t>
            </a:r>
            <a:r>
              <a:rPr lang="en-US" sz="1100" b="0" i="0" baseline="-25000" dirty="0">
                <a:solidFill>
                  <a:srgbClr val="7B7974"/>
                </a:solidFill>
                <a:latin typeface="Arial"/>
              </a:rPr>
              <a:t>t</a:t>
            </a:r>
            <a:r>
              <a:rPr lang="en-US" sz="1100" b="0" i="0" dirty="0">
                <a:solidFill>
                  <a:srgbClr val="7B7974"/>
                </a:solidFill>
                <a:latin typeface="Arial"/>
              </a:rPr>
              <a:t>: swap spread · δ: cash drag · D</a:t>
            </a:r>
            <a:r>
              <a:rPr lang="en-US" sz="1100" b="0" i="0" baseline="-25000" dirty="0">
                <a:solidFill>
                  <a:srgbClr val="7B7974"/>
                </a:solidFill>
                <a:latin typeface="Arial"/>
              </a:rPr>
              <a:t>s</a:t>
            </a:r>
            <a:r>
              <a:rPr lang="en-US" sz="1100" b="0" i="0" dirty="0">
                <a:solidFill>
                  <a:srgbClr val="7B7974"/>
                </a:solidFill>
                <a:latin typeface="Arial"/>
              </a:rPr>
              <a:t>: spread duration</a:t>
            </a:r>
            <a:endParaRPr sz="1100" b="0" i="0" dirty="0">
              <a:solidFill>
                <a:srgbClr val="7B7974"/>
              </a:solidFill>
              <a:latin typeface="Arial"/>
            </a:endParaRPr>
          </a:p>
        </p:txBody>
      </p:sp>
      <p:sp>
        <p:nvSpPr>
          <p:cNvPr id="14" name="Trade-off card 1"/>
          <p:cNvSpPr/>
          <p:nvPr/>
        </p:nvSpPr>
        <p:spPr>
          <a:xfrm>
            <a:off x="457200" y="5139112"/>
            <a:ext cx="3520440" cy="1143000"/>
          </a:xfrm>
          <a:prstGeom prst="roundRect">
            <a:avLst>
              <a:gd name="adj" fmla="val 6000"/>
            </a:avLst>
          </a:prstGeom>
          <a:solidFill>
            <a:srgbClr val="CE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rade-off badge 1"/>
          <p:cNvSpPr/>
          <p:nvPr/>
        </p:nvSpPr>
        <p:spPr>
          <a:xfrm>
            <a:off x="640080" y="5431720"/>
            <a:ext cx="548640" cy="548640"/>
          </a:xfrm>
          <a:prstGeom prst="ellipse">
            <a:avLst/>
          </a:prstGeom>
          <a:solidFill>
            <a:srgbClr val="FFB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500" b="1" i="0" dirty="0">
                <a:solidFill>
                  <a:srgbClr val="000F47"/>
                </a:solidFill>
                <a:latin typeface="Arial"/>
              </a:rPr>
              <a:t>−δ</a:t>
            </a:r>
          </a:p>
        </p:txBody>
      </p:sp>
      <p:sp>
        <p:nvSpPr>
          <p:cNvPr id="16" name="Trade-off text 1"/>
          <p:cNvSpPr txBox="1"/>
          <p:nvPr/>
        </p:nvSpPr>
        <p:spPr>
          <a:xfrm>
            <a:off x="1325880" y="5248840"/>
            <a:ext cx="2514600" cy="960120"/>
          </a:xfrm>
          <a:prstGeom prst="rect">
            <a:avLst/>
          </a:prstGeom>
          <a:noFill/>
        </p:spPr>
        <p:txBody>
          <a:bodyPr wrap="square" lIns="0" tIns="0" rIns="0" bIns="0" anchor="ctr">
            <a:spAutoFit/>
          </a:bodyPr>
          <a:lstStyle/>
          <a:p>
            <a:pPr algn="l">
              <a:spcAft>
                <a:spcPts val="300"/>
              </a:spcAft>
            </a:pPr>
            <a:r>
              <a:rPr sz="1500" b="1" i="0">
                <a:solidFill>
                  <a:srgbClr val="000F47"/>
                </a:solidFill>
                <a:latin typeface="Arial"/>
              </a:rPr>
              <a:t>Cash and swaps (x</a:t>
            </a:r>
            <a:r>
              <a:rPr sz="1500" b="1" i="0" baseline="-25000">
                <a:solidFill>
                  <a:srgbClr val="000F47"/>
                </a:solidFill>
                <a:latin typeface="Arial"/>
              </a:rPr>
              <a:t>B</a:t>
            </a:r>
            <a:r>
              <a:rPr sz="1500" b="1" i="0">
                <a:solidFill>
                  <a:srgbClr val="000F47"/>
                </a:solidFill>
                <a:latin typeface="Arial"/>
              </a:rPr>
              <a:t> = 0)</a:t>
            </a:r>
          </a:p>
          <a:p>
            <a:pPr algn="l">
              <a:spcAft>
                <a:spcPts val="0"/>
              </a:spcAft>
            </a:pPr>
            <a:r>
              <a:rPr sz="1400" b="0" i="0">
                <a:solidFill>
                  <a:srgbClr val="000F47"/>
                </a:solidFill>
                <a:latin typeface="Arial"/>
              </a:rPr>
              <a:t>Small but certain underperformance: the cash drag</a:t>
            </a:r>
          </a:p>
        </p:txBody>
      </p:sp>
      <p:sp>
        <p:nvSpPr>
          <p:cNvPr id="17" name="Trade-off card 2"/>
          <p:cNvSpPr/>
          <p:nvPr/>
        </p:nvSpPr>
        <p:spPr>
          <a:xfrm>
            <a:off x="4343400" y="5139112"/>
            <a:ext cx="3520440" cy="1143000"/>
          </a:xfrm>
          <a:prstGeom prst="roundRect">
            <a:avLst>
              <a:gd name="adj" fmla="val 6000"/>
            </a:avLst>
          </a:prstGeom>
          <a:solidFill>
            <a:srgbClr val="CE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rade-off badge 2"/>
          <p:cNvSpPr/>
          <p:nvPr/>
        </p:nvSpPr>
        <p:spPr>
          <a:xfrm>
            <a:off x="4526280" y="5431720"/>
            <a:ext cx="548640" cy="548640"/>
          </a:xfrm>
          <a:prstGeom prst="ellipse">
            <a:avLst/>
          </a:prstGeom>
          <a:solidFill>
            <a:srgbClr val="FFB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500" b="1" i="0">
                <a:solidFill>
                  <a:srgbClr val="000F47"/>
                </a:solidFill>
                <a:latin typeface="Arial"/>
              </a:rPr>
              <a:t>+s</a:t>
            </a:r>
          </a:p>
        </p:txBody>
      </p:sp>
      <p:sp>
        <p:nvSpPr>
          <p:cNvPr id="19" name="Trade-off text 2"/>
          <p:cNvSpPr txBox="1"/>
          <p:nvPr/>
        </p:nvSpPr>
        <p:spPr>
          <a:xfrm>
            <a:off x="5212080" y="5248840"/>
            <a:ext cx="2514600" cy="960120"/>
          </a:xfrm>
          <a:prstGeom prst="rect">
            <a:avLst/>
          </a:prstGeom>
          <a:noFill/>
        </p:spPr>
        <p:txBody>
          <a:bodyPr wrap="square" lIns="0" tIns="0" rIns="0" bIns="0" anchor="ctr">
            <a:spAutoFit/>
          </a:bodyPr>
          <a:lstStyle/>
          <a:p>
            <a:pPr algn="l">
              <a:spcAft>
                <a:spcPts val="300"/>
              </a:spcAft>
            </a:pPr>
            <a:r>
              <a:rPr sz="1500" b="1" i="0" dirty="0">
                <a:solidFill>
                  <a:srgbClr val="000F47"/>
                </a:solidFill>
                <a:latin typeface="Arial"/>
              </a:rPr>
              <a:t>Bonds (</a:t>
            </a:r>
            <a:r>
              <a:rPr sz="1500" b="1" i="0" dirty="0" err="1">
                <a:solidFill>
                  <a:srgbClr val="000F47"/>
                </a:solidFill>
                <a:latin typeface="Arial"/>
              </a:rPr>
              <a:t>x</a:t>
            </a:r>
            <a:r>
              <a:rPr sz="1500" b="1" i="0" baseline="-25000" dirty="0" err="1">
                <a:solidFill>
                  <a:srgbClr val="000F47"/>
                </a:solidFill>
                <a:latin typeface="Arial"/>
              </a:rPr>
              <a:t>B</a:t>
            </a:r>
            <a:r>
              <a:rPr sz="1500" b="1" i="0" dirty="0">
                <a:solidFill>
                  <a:srgbClr val="000F47"/>
                </a:solidFill>
                <a:latin typeface="Arial"/>
              </a:rPr>
              <a:t> &gt; 0)</a:t>
            </a:r>
          </a:p>
          <a:p>
            <a:pPr algn="l">
              <a:spcAft>
                <a:spcPts val="0"/>
              </a:spcAft>
            </a:pPr>
            <a:r>
              <a:rPr sz="1400" b="0" i="0" dirty="0">
                <a:solidFill>
                  <a:srgbClr val="000F47"/>
                </a:solidFill>
                <a:latin typeface="Arial"/>
              </a:rPr>
              <a:t>Uncertain spread result with a positive expected value</a:t>
            </a:r>
          </a:p>
        </p:txBody>
      </p:sp>
      <p:sp>
        <p:nvSpPr>
          <p:cNvPr id="20" name="Versus"/>
          <p:cNvSpPr txBox="1"/>
          <p:nvPr/>
        </p:nvSpPr>
        <p:spPr>
          <a:xfrm>
            <a:off x="3977639" y="5120640"/>
            <a:ext cx="365760" cy="1143000"/>
          </a:xfrm>
          <a:prstGeom prst="rect">
            <a:avLst/>
          </a:prstGeom>
          <a:noFill/>
        </p:spPr>
        <p:txBody>
          <a:bodyPr wrap="square" lIns="0" tIns="0" rIns="0" bIns="0" anchor="ctr">
            <a:spAutoFit/>
          </a:bodyPr>
          <a:lstStyle/>
          <a:p>
            <a:pPr algn="ctr">
              <a:spcAft>
                <a:spcPts val="0"/>
              </a:spcAft>
            </a:pPr>
            <a:r>
              <a:rPr sz="1400" b="1" i="0">
                <a:solidFill>
                  <a:srgbClr val="7B7974"/>
                </a:solidFill>
                <a:latin typeface="Arial"/>
              </a:rPr>
              <a:t>vs</a:t>
            </a:r>
          </a:p>
        </p:txBody>
      </p:sp>
      <p:sp>
        <p:nvSpPr>
          <p:cNvPr id="21" name="Modelling choices"/>
          <p:cNvSpPr/>
          <p:nvPr/>
        </p:nvSpPr>
        <p:spPr>
          <a:xfrm>
            <a:off x="8229600" y="1409700"/>
            <a:ext cx="3502152" cy="4872412"/>
          </a:xfrm>
          <a:prstGeom prst="roundRect">
            <a:avLst>
              <a:gd name="adj" fmla="val 6000"/>
            </a:avLst>
          </a:prstGeom>
          <a:solidFill>
            <a:srgbClr val="CEECF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91440" rIns="228600" bIns="91440" rtlCol="0" anchor="t"/>
          <a:lstStyle/>
          <a:p>
            <a:pPr algn="l">
              <a:spcAft>
                <a:spcPts val="1000"/>
              </a:spcAft>
            </a:pPr>
            <a:r>
              <a:rPr lang="en-US" sz="1800" b="1" i="0" dirty="0">
                <a:solidFill>
                  <a:srgbClr val="000F47"/>
                </a:solidFill>
                <a:latin typeface="Arial"/>
              </a:rPr>
              <a:t>Modeling </a:t>
            </a:r>
            <a:r>
              <a:rPr sz="1800" b="1" i="0" dirty="0">
                <a:solidFill>
                  <a:srgbClr val="000F47"/>
                </a:solidFill>
                <a:latin typeface="Arial"/>
              </a:rPr>
              <a:t>choices</a:t>
            </a:r>
          </a:p>
          <a:p>
            <a:pPr marL="201168" indent="-201168" algn="l">
              <a:spcAft>
                <a:spcPts val="800"/>
              </a:spcAft>
              <a:buFont typeface="Arial"/>
              <a:buChar char="•"/>
            </a:pPr>
            <a:r>
              <a:rPr sz="1400" b="0" i="0" dirty="0">
                <a:solidFill>
                  <a:srgbClr val="000F47"/>
                </a:solidFill>
                <a:latin typeface="Arial"/>
              </a:rPr>
              <a:t>Wealth in pension entitlement</a:t>
            </a:r>
            <a:r>
              <a:rPr lang="en-US" sz="1400" b="0" i="0" dirty="0">
                <a:solidFill>
                  <a:srgbClr val="000F47"/>
                </a:solidFill>
                <a:latin typeface="Arial"/>
              </a:rPr>
              <a:t> (Numeraire)</a:t>
            </a:r>
            <a:r>
              <a:rPr lang="en-US" sz="1400" dirty="0">
                <a:solidFill>
                  <a:srgbClr val="000F47"/>
                </a:solidFill>
                <a:latin typeface="Arial"/>
              </a:rPr>
              <a:t>;</a:t>
            </a:r>
            <a:r>
              <a:rPr sz="1400" b="0" i="0" dirty="0">
                <a:solidFill>
                  <a:srgbClr val="000F47"/>
                </a:solidFill>
                <a:latin typeface="Arial"/>
              </a:rPr>
              <a:t> the protection return acts as the risk-free asset</a:t>
            </a:r>
          </a:p>
          <a:p>
            <a:pPr marL="201168" indent="-201168" algn="l">
              <a:spcAft>
                <a:spcPts val="800"/>
              </a:spcAft>
              <a:buFont typeface="Arial"/>
              <a:buChar char="•"/>
            </a:pPr>
            <a:r>
              <a:rPr lang="en-US" sz="1400" b="0" i="0" dirty="0">
                <a:solidFill>
                  <a:srgbClr val="000F47"/>
                </a:solidFill>
                <a:latin typeface="Arial"/>
              </a:rPr>
              <a:t>Overlay duration matches</a:t>
            </a:r>
            <a:r>
              <a:rPr sz="1400" b="0" i="0" dirty="0">
                <a:solidFill>
                  <a:srgbClr val="000F47"/>
                </a:solidFill>
                <a:latin typeface="Arial"/>
              </a:rPr>
              <a:t> annuity duration</a:t>
            </a:r>
            <a:r>
              <a:rPr lang="en-US" sz="1400" dirty="0">
                <a:solidFill>
                  <a:srgbClr val="000F47"/>
                </a:solidFill>
                <a:latin typeface="Arial"/>
              </a:rPr>
              <a:t>:</a:t>
            </a:r>
            <a:r>
              <a:rPr sz="1400" b="0" i="0" dirty="0">
                <a:solidFill>
                  <a:srgbClr val="000F47"/>
                </a:solidFill>
                <a:latin typeface="Arial"/>
              </a:rPr>
              <a:t> rate risk drops out of mismatch</a:t>
            </a:r>
          </a:p>
          <a:p>
            <a:pPr marL="201168" indent="-201168" algn="l">
              <a:spcAft>
                <a:spcPts val="800"/>
              </a:spcAft>
              <a:buFont typeface="Arial"/>
              <a:buChar char="•"/>
            </a:pPr>
            <a:r>
              <a:rPr sz="1400" b="0" i="0" dirty="0">
                <a:solidFill>
                  <a:srgbClr val="000F47"/>
                </a:solidFill>
                <a:latin typeface="Arial"/>
              </a:rPr>
              <a:t>10-year constant-maturity bond: spread duration D</a:t>
            </a:r>
            <a:r>
              <a:rPr sz="1400" b="0" i="0" baseline="-25000" dirty="0">
                <a:solidFill>
                  <a:srgbClr val="000F47"/>
                </a:solidFill>
                <a:latin typeface="Arial"/>
              </a:rPr>
              <a:t>s</a:t>
            </a:r>
            <a:r>
              <a:rPr sz="1400" b="0" i="0" dirty="0">
                <a:solidFill>
                  <a:srgbClr val="000F47"/>
                </a:solidFill>
                <a:latin typeface="Arial"/>
              </a:rPr>
              <a:t> ≈ 8.6</a:t>
            </a:r>
            <a:r>
              <a:rPr lang="en-US" sz="1400" b="0" i="0" dirty="0">
                <a:solidFill>
                  <a:srgbClr val="000F47"/>
                </a:solidFill>
                <a:latin typeface="Arial"/>
              </a:rPr>
              <a:t>. </a:t>
            </a:r>
          </a:p>
          <a:p>
            <a:pPr marL="201168" indent="-201168" algn="l">
              <a:spcAft>
                <a:spcPts val="800"/>
              </a:spcAft>
              <a:buFont typeface="Arial"/>
              <a:buChar char="•"/>
            </a:pPr>
            <a:r>
              <a:rPr lang="en-US" sz="1400" dirty="0">
                <a:solidFill>
                  <a:srgbClr val="000F47"/>
                </a:solidFill>
                <a:latin typeface="Arial"/>
              </a:rPr>
              <a:t>Euler approximation for coding the SDEs.</a:t>
            </a:r>
            <a:endParaRPr lang="en-US" sz="1400" b="0" i="0" dirty="0">
              <a:solidFill>
                <a:srgbClr val="000F47"/>
              </a:solidFill>
              <a:latin typeface="Arial"/>
            </a:endParaRPr>
          </a:p>
          <a:p>
            <a:pPr marL="201168" indent="-201168" algn="l">
              <a:spcAft>
                <a:spcPts val="800"/>
              </a:spcAft>
              <a:buFont typeface="Arial"/>
              <a:buChar char="•"/>
            </a:pPr>
            <a:r>
              <a:rPr sz="1400" b="0" i="0" dirty="0">
                <a:solidFill>
                  <a:srgbClr val="000F47"/>
                </a:solidFill>
                <a:latin typeface="Arial"/>
              </a:rPr>
              <a:t>Constraints: 0 ≤ </a:t>
            </a:r>
            <a:r>
              <a:rPr sz="1400" b="0" i="0" dirty="0" err="1">
                <a:solidFill>
                  <a:srgbClr val="000F47"/>
                </a:solidFill>
                <a:latin typeface="Arial"/>
              </a:rPr>
              <a:t>x</a:t>
            </a:r>
            <a:r>
              <a:rPr sz="1400" b="0" i="0" baseline="-25000" dirty="0" err="1">
                <a:solidFill>
                  <a:srgbClr val="000F47"/>
                </a:solidFill>
                <a:latin typeface="Arial"/>
              </a:rPr>
              <a:t>B</a:t>
            </a:r>
            <a:r>
              <a:rPr sz="1400" b="0" i="0" dirty="0">
                <a:solidFill>
                  <a:srgbClr val="000F47"/>
                </a:solidFill>
                <a:latin typeface="Arial"/>
              </a:rPr>
              <a:t> ≤ 1 and spread-risk limit </a:t>
            </a:r>
            <a:r>
              <a:rPr sz="1400" b="0" i="0" dirty="0" err="1">
                <a:solidFill>
                  <a:srgbClr val="000F47"/>
                </a:solidFill>
                <a:latin typeface="Arial"/>
              </a:rPr>
              <a:t>x</a:t>
            </a:r>
            <a:r>
              <a:rPr sz="1400" b="0" i="0" baseline="-25000" dirty="0" err="1">
                <a:solidFill>
                  <a:srgbClr val="000F47"/>
                </a:solidFill>
                <a:latin typeface="Arial"/>
              </a:rPr>
              <a:t>B</a:t>
            </a:r>
            <a:r>
              <a:rPr sz="1400" b="0" i="0" dirty="0">
                <a:solidFill>
                  <a:srgbClr val="000F47"/>
                </a:solidFill>
                <a:latin typeface="Arial"/>
              </a:rPr>
              <a:t> D</a:t>
            </a:r>
            <a:r>
              <a:rPr sz="1400" b="0" i="0" baseline="-25000" dirty="0">
                <a:solidFill>
                  <a:srgbClr val="000F47"/>
                </a:solidFill>
                <a:latin typeface="Arial"/>
              </a:rPr>
              <a:t>s</a:t>
            </a:r>
            <a:r>
              <a:rPr sz="1400" b="0" i="0" dirty="0">
                <a:solidFill>
                  <a:srgbClr val="000F47"/>
                </a:solidFill>
                <a:latin typeface="Arial"/>
              </a:rPr>
              <a:t> ≤ S</a:t>
            </a:r>
            <a:r>
              <a:rPr lang="en-US" sz="1400" b="0" i="0" dirty="0">
                <a:solidFill>
                  <a:srgbClr val="000F47"/>
                </a:solidFill>
                <a:latin typeface="Arial"/>
              </a:rPr>
              <a:t>L</a:t>
            </a:r>
          </a:p>
          <a:p>
            <a:pPr algn="l">
              <a:spcAft>
                <a:spcPts val="0"/>
              </a:spcAft>
            </a:pPr>
            <a:r>
              <a:rPr lang="en-US" sz="1400" dirty="0">
                <a:solidFill>
                  <a:srgbClr val="000F47"/>
                </a:solidFill>
                <a:latin typeface="Arial"/>
              </a:rPr>
              <a:t>Test 2 policies:</a:t>
            </a:r>
          </a:p>
          <a:p>
            <a:pPr marL="342900" indent="-342900">
              <a:buFont typeface="+mj-lt"/>
              <a:buAutoNum type="arabicPeriod"/>
            </a:pPr>
            <a:r>
              <a:rPr lang="en-US" sz="1400" dirty="0">
                <a:solidFill>
                  <a:srgbClr val="000F47"/>
                </a:solidFill>
              </a:rPr>
              <a:t>No spread risk: </a:t>
            </a:r>
            <a:r>
              <a:rPr lang="en-US" sz="1400" dirty="0" err="1">
                <a:solidFill>
                  <a:srgbClr val="000F47"/>
                </a:solidFill>
              </a:rPr>
              <a:t>x</a:t>
            </a:r>
            <a:r>
              <a:rPr lang="en-US" sz="1400" baseline="-25000" dirty="0" err="1">
                <a:solidFill>
                  <a:srgbClr val="000F47"/>
                </a:solidFill>
              </a:rPr>
              <a:t>B,t</a:t>
            </a:r>
            <a:r>
              <a:rPr lang="en-US" sz="1400" dirty="0">
                <a:solidFill>
                  <a:srgbClr val="000F47"/>
                </a:solidFill>
                <a:latin typeface="Arial"/>
              </a:rPr>
              <a:t> =0</a:t>
            </a:r>
          </a:p>
          <a:p>
            <a:pPr marL="342900" indent="-342900">
              <a:buFont typeface="+mj-lt"/>
              <a:buAutoNum type="arabicPeriod"/>
            </a:pPr>
            <a:r>
              <a:rPr lang="en-US" sz="1400" dirty="0">
                <a:solidFill>
                  <a:srgbClr val="000F47"/>
                </a:solidFill>
              </a:rPr>
              <a:t>Spread risk to compensate cash-drag (</a:t>
            </a:r>
            <a:r>
              <a:rPr lang="en-US" sz="1400" i="1" dirty="0">
                <a:solidFill>
                  <a:srgbClr val="000F47"/>
                </a:solidFill>
              </a:rPr>
              <a:t>carry = 0</a:t>
            </a:r>
            <a:r>
              <a:rPr lang="en-US" sz="1400" dirty="0">
                <a:solidFill>
                  <a:srgbClr val="000F47"/>
                </a:solidFill>
              </a:rPr>
              <a:t>): </a:t>
            </a:r>
            <a:br>
              <a:rPr lang="en-US" sz="1400" dirty="0">
                <a:solidFill>
                  <a:srgbClr val="000F47"/>
                </a:solidFill>
              </a:rPr>
            </a:br>
            <a:r>
              <a:rPr lang="en-US" sz="1400" dirty="0" err="1">
                <a:solidFill>
                  <a:srgbClr val="000F47"/>
                </a:solidFill>
              </a:rPr>
              <a:t>x</a:t>
            </a:r>
            <a:r>
              <a:rPr lang="en-US" sz="1400" baseline="-25000" dirty="0" err="1">
                <a:solidFill>
                  <a:srgbClr val="000F47"/>
                </a:solidFill>
              </a:rPr>
              <a:t>B,t</a:t>
            </a:r>
            <a:r>
              <a:rPr lang="en-US" sz="1400" dirty="0">
                <a:solidFill>
                  <a:srgbClr val="000F47"/>
                </a:solidFill>
                <a:latin typeface="Arial"/>
              </a:rPr>
              <a:t> = </a:t>
            </a:r>
            <a:r>
              <a:rPr lang="el-GR" sz="1400" dirty="0">
                <a:solidFill>
                  <a:srgbClr val="000F47"/>
                </a:solidFill>
                <a:latin typeface="Arial"/>
              </a:rPr>
              <a:t>δ / (</a:t>
            </a:r>
            <a:r>
              <a:rPr lang="en-US" sz="1400" dirty="0">
                <a:solidFill>
                  <a:srgbClr val="000F47"/>
                </a:solidFill>
              </a:rPr>
              <a:t>s</a:t>
            </a:r>
            <a:r>
              <a:rPr lang="en-US" sz="1400" baseline="-25000" dirty="0">
                <a:solidFill>
                  <a:srgbClr val="000F47"/>
                </a:solidFill>
              </a:rPr>
              <a:t>t</a:t>
            </a:r>
            <a:r>
              <a:rPr lang="en-US" sz="1400" dirty="0">
                <a:solidFill>
                  <a:srgbClr val="000F47"/>
                </a:solidFill>
                <a:latin typeface="Arial"/>
              </a:rPr>
              <a:t> + </a:t>
            </a:r>
            <a:r>
              <a:rPr lang="el-GR" sz="1400" dirty="0">
                <a:solidFill>
                  <a:srgbClr val="000F47"/>
                </a:solidFill>
                <a:latin typeface="Arial"/>
              </a:rPr>
              <a:t>δ) </a:t>
            </a:r>
            <a:r>
              <a:rPr lang="en-US" sz="1400" dirty="0">
                <a:solidFill>
                  <a:srgbClr val="000F47"/>
                </a:solidFill>
                <a:latin typeface="Arial"/>
              </a:rPr>
              <a:t>if s</a:t>
            </a:r>
            <a:r>
              <a:rPr lang="en-US" sz="1400" baseline="-25000" dirty="0">
                <a:solidFill>
                  <a:srgbClr val="000F47"/>
                </a:solidFill>
                <a:latin typeface="Arial"/>
              </a:rPr>
              <a:t>t </a:t>
            </a:r>
            <a:r>
              <a:rPr lang="en-US" sz="1400" dirty="0">
                <a:solidFill>
                  <a:srgbClr val="000F47"/>
                </a:solidFill>
              </a:rPr>
              <a:t>&gt;0 else 0</a:t>
            </a:r>
            <a:endParaRPr lang="el-GR" sz="1400" dirty="0">
              <a:solidFill>
                <a:srgbClr val="000F47"/>
              </a:solidFill>
              <a:latin typeface="Arial"/>
            </a:endParaRPr>
          </a:p>
          <a:p>
            <a:pPr marL="800100" lvl="1" indent="-342900">
              <a:buFont typeface="+mj-lt"/>
              <a:buAutoNum type="arabicPeriod"/>
            </a:pPr>
            <a:endParaRPr lang="en-US" sz="1400" dirty="0">
              <a:solidFill>
                <a:schemeClr val="bg1"/>
              </a:solidFill>
            </a:endParaRPr>
          </a:p>
          <a:p>
            <a:pPr marL="800100" lvl="1" indent="-342900">
              <a:buFont typeface="+mj-lt"/>
              <a:buAutoNum type="arabicPeriod"/>
            </a:pPr>
            <a:endParaRPr sz="1400" b="0" i="0" dirty="0">
              <a:solidFill>
                <a:srgbClr val="000F47"/>
              </a:solidFill>
              <a:latin typeface="Arial"/>
            </a:endParaRPr>
          </a:p>
        </p:txBody>
      </p:sp>
      <p:sp>
        <p:nvSpPr>
          <p:cNvPr id="22" name="Trade-off header">
            <a:extLst>
              <a:ext uri="{FF2B5EF4-FFF2-40B4-BE49-F238E27FC236}">
                <a16:creationId xmlns:a16="http://schemas.microsoft.com/office/drawing/2014/main" id="{0072874C-B065-8DAB-CD09-ACED125FE946}"/>
              </a:ext>
            </a:extLst>
          </p:cNvPr>
          <p:cNvSpPr txBox="1"/>
          <p:nvPr/>
        </p:nvSpPr>
        <p:spPr>
          <a:xfrm>
            <a:off x="457200" y="4841482"/>
            <a:ext cx="7406640" cy="246221"/>
          </a:xfrm>
          <a:prstGeom prst="rect">
            <a:avLst/>
          </a:prstGeom>
          <a:noFill/>
        </p:spPr>
        <p:txBody>
          <a:bodyPr wrap="square" lIns="0" tIns="0" rIns="0" bIns="0" anchor="ctr">
            <a:spAutoFit/>
          </a:bodyPr>
          <a:lstStyle/>
          <a:p>
            <a:pPr algn="l">
              <a:spcAft>
                <a:spcPts val="0"/>
              </a:spcAft>
            </a:pPr>
            <a:r>
              <a:rPr lang="en-US" sz="1600" b="1" dirty="0">
                <a:solidFill>
                  <a:srgbClr val="000F47"/>
                </a:solidFill>
                <a:latin typeface="Arial"/>
              </a:rPr>
              <a:t>The trade-off</a:t>
            </a:r>
            <a:endParaRPr sz="1600" b="1" dirty="0">
              <a:solidFill>
                <a:srgbClr val="000F47"/>
              </a:solidFill>
              <a:latin typeface="Arial"/>
            </a:endParaRPr>
          </a:p>
        </p:txBody>
      </p:sp>
    </p:spTree>
    <p:extLst>
      <p:ext uri="{BB962C8B-B14F-4D97-AF65-F5344CB8AC3E}">
        <p14:creationId xmlns:p14="http://schemas.microsoft.com/office/powerpoint/2010/main" val="2754854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AF9F0-F43F-6065-C9BF-953C350E5E3F}"/>
            </a:ext>
          </a:extLst>
        </p:cNvPr>
        <p:cNvGrpSpPr/>
        <p:nvPr/>
      </p:nvGrpSpPr>
      <p:grpSpPr>
        <a:xfrm>
          <a:off x="0" y="0"/>
          <a:ext cx="0" cy="0"/>
          <a:chOff x="0" y="0"/>
          <a:chExt cx="0" cy="0"/>
        </a:xfrm>
      </p:grpSpPr>
      <p:sp>
        <p:nvSpPr>
          <p:cNvPr id="7" name="Text Placeholder 1">
            <a:extLst>
              <a:ext uri="{FF2B5EF4-FFF2-40B4-BE49-F238E27FC236}">
                <a16:creationId xmlns:a16="http://schemas.microsoft.com/office/drawing/2014/main" id="{4DE91965-B71F-3045-D07D-D7685A412DDC}"/>
              </a:ext>
            </a:extLst>
          </p:cNvPr>
          <p:cNvSpPr>
            <a:spLocks noGrp="1"/>
          </p:cNvSpPr>
          <p:nvPr>
            <p:ph type="body" sz="quarter" idx="10"/>
          </p:nvPr>
        </p:nvSpPr>
        <p:spPr/>
        <p:txBody>
          <a:bodyPr/>
          <a:lstStyle/>
          <a:p>
            <a:r>
              <a:t>03</a:t>
            </a:r>
          </a:p>
        </p:txBody>
      </p:sp>
      <p:sp>
        <p:nvSpPr>
          <p:cNvPr id="6" name="Title 2">
            <a:extLst>
              <a:ext uri="{FF2B5EF4-FFF2-40B4-BE49-F238E27FC236}">
                <a16:creationId xmlns:a16="http://schemas.microsoft.com/office/drawing/2014/main" id="{42A6CCD1-94E0-68DF-8B5A-C7D4740C7CF9}"/>
              </a:ext>
            </a:extLst>
          </p:cNvPr>
          <p:cNvSpPr>
            <a:spLocks noGrp="1"/>
          </p:cNvSpPr>
          <p:nvPr>
            <p:ph type="title"/>
          </p:nvPr>
        </p:nvSpPr>
        <p:spPr/>
        <p:txBody>
          <a:bodyPr/>
          <a:lstStyle/>
          <a:p>
            <a:r>
              <a:t>Results &amp; next steps</a:t>
            </a:r>
            <a:endParaRPr lang="nl-NL" dirty="0"/>
          </a:p>
        </p:txBody>
      </p:sp>
    </p:spTree>
    <p:extLst>
      <p:ext uri="{BB962C8B-B14F-4D97-AF65-F5344CB8AC3E}">
        <p14:creationId xmlns:p14="http://schemas.microsoft.com/office/powerpoint/2010/main" val="3132484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1970A-80DC-74FE-E5BD-04EBA5634D4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6F006E8-29F9-1D0C-2D6D-4A5BC5D1A4FA}"/>
              </a:ext>
            </a:extLst>
          </p:cNvPr>
          <p:cNvSpPr>
            <a:spLocks noGrp="1"/>
          </p:cNvSpPr>
          <p:nvPr>
            <p:ph type="body" sz="quarter" idx="12"/>
          </p:nvPr>
        </p:nvSpPr>
        <p:spPr/>
        <p:txBody>
          <a:bodyPr/>
          <a:lstStyle/>
          <a:p>
            <a:r>
              <a:rPr sz="1600" b="0" i="0">
                <a:solidFill>
                  <a:srgbClr val="000F47"/>
                </a:solidFill>
                <a:latin typeface="Arial"/>
              </a:rPr>
              <a:t>Policies of Ernsting et al. (2025) for a fully protected cohort (β = ω = 1, θ</a:t>
            </a:r>
            <a:r>
              <a:rPr sz="1600" b="0" i="0" baseline="-25000">
                <a:solidFill>
                  <a:srgbClr val="000F47"/>
                </a:solidFill>
                <a:latin typeface="Arial"/>
              </a:rPr>
              <a:t>E</a:t>
            </a:r>
            <a:r>
              <a:rPr sz="1600" b="0" i="0">
                <a:solidFill>
                  <a:srgbClr val="000F47"/>
                </a:solidFill>
                <a:latin typeface="Arial"/>
              </a:rPr>
              <a:t> = 0): only mismatch risk, age 25 to 68</a:t>
            </a:r>
            <a:endParaRPr lang="nl-NL" dirty="0"/>
          </a:p>
        </p:txBody>
      </p:sp>
      <p:sp>
        <p:nvSpPr>
          <p:cNvPr id="4" name="Title 3">
            <a:extLst>
              <a:ext uri="{FF2B5EF4-FFF2-40B4-BE49-F238E27FC236}">
                <a16:creationId xmlns:a16="http://schemas.microsoft.com/office/drawing/2014/main" id="{BB1FE72F-06F1-E058-2F50-FA3AEAB8FFD6}"/>
              </a:ext>
            </a:extLst>
          </p:cNvPr>
          <p:cNvSpPr>
            <a:spLocks noGrp="1"/>
          </p:cNvSpPr>
          <p:nvPr>
            <p:ph type="title"/>
          </p:nvPr>
        </p:nvSpPr>
        <p:spPr/>
        <p:txBody>
          <a:bodyPr/>
          <a:lstStyle/>
          <a:p>
            <a:r>
              <a:t>Base-base case: benchmark policies</a:t>
            </a:r>
            <a:endParaRPr lang="nl-NL" dirty="0"/>
          </a:p>
        </p:txBody>
      </p:sp>
      <p:sp>
        <p:nvSpPr>
          <p:cNvPr id="5" name="Footer Placeholder 4">
            <a:extLst>
              <a:ext uri="{FF2B5EF4-FFF2-40B4-BE49-F238E27FC236}">
                <a16:creationId xmlns:a16="http://schemas.microsoft.com/office/drawing/2014/main" id="{14055742-0E98-04F6-B4E3-B8BDC3D4CA48}"/>
              </a:ext>
            </a:extLst>
          </p:cNvPr>
          <p:cNvSpPr>
            <a:spLocks noGrp="1"/>
          </p:cNvSpPr>
          <p:nvPr>
            <p:ph type="ftr" sz="quarter" idx="14"/>
          </p:nvPr>
        </p:nvSpPr>
        <p:spPr/>
        <p:txBody>
          <a:bodyPr/>
          <a:lstStyle/>
          <a:p>
            <a:endParaRPr lang="nl-NL" dirty="0"/>
          </a:p>
        </p:txBody>
      </p:sp>
      <p:sp>
        <p:nvSpPr>
          <p:cNvPr id="6" name="Slide Number Placeholder 5">
            <a:extLst>
              <a:ext uri="{FF2B5EF4-FFF2-40B4-BE49-F238E27FC236}">
                <a16:creationId xmlns:a16="http://schemas.microsoft.com/office/drawing/2014/main" id="{3B1D4671-CDA5-563F-77C2-D8BAC3AB059D}"/>
              </a:ext>
            </a:extLst>
          </p:cNvPr>
          <p:cNvSpPr>
            <a:spLocks noGrp="1"/>
          </p:cNvSpPr>
          <p:nvPr>
            <p:ph type="sldNum" sz="quarter" idx="15"/>
          </p:nvPr>
        </p:nvSpPr>
        <p:spPr/>
        <p:txBody>
          <a:bodyPr/>
          <a:lstStyle/>
          <a:p>
            <a:fld id="{CC823384-2074-4C75-9031-ACAC8BCA8354}" type="slidenum">
              <a:rPr lang="nl-NL" smtClean="0"/>
              <a:pPr/>
              <a:t>8</a:t>
            </a:fld>
            <a:endParaRPr lang="nl-NL" dirty="0"/>
          </a:p>
        </p:txBody>
      </p:sp>
      <p:sp>
        <p:nvSpPr>
          <p:cNvPr id="7" name="Chart title"/>
          <p:cNvSpPr txBox="1"/>
          <p:nvPr/>
        </p:nvSpPr>
        <p:spPr>
          <a:xfrm>
            <a:off x="457200" y="1417320"/>
            <a:ext cx="6309360" cy="365760"/>
          </a:xfrm>
          <a:prstGeom prst="rect">
            <a:avLst/>
          </a:prstGeom>
          <a:noFill/>
        </p:spPr>
        <p:txBody>
          <a:bodyPr wrap="square" lIns="0" tIns="0" rIns="0" bIns="0" anchor="ctr">
            <a:spAutoFit/>
          </a:bodyPr>
          <a:lstStyle/>
          <a:p>
            <a:pPr algn="l">
              <a:spcAft>
                <a:spcPts val="0"/>
              </a:spcAft>
            </a:pPr>
            <a:r>
              <a:rPr sz="1600" b="1" i="0">
                <a:solidFill>
                  <a:srgbClr val="000F47"/>
                </a:solidFill>
                <a:latin typeface="Arial"/>
              </a:rPr>
              <a:t>Pension entitlement P</a:t>
            </a:r>
            <a:r>
              <a:rPr sz="1600" b="1" i="0" baseline="-25000">
                <a:solidFill>
                  <a:srgbClr val="000F47"/>
                </a:solidFill>
                <a:latin typeface="Arial"/>
              </a:rPr>
              <a:t>t</a:t>
            </a:r>
            <a:r>
              <a:rPr sz="1600" b="1" i="0">
                <a:solidFill>
                  <a:srgbClr val="000F47"/>
                </a:solidFill>
                <a:latin typeface="Arial"/>
              </a:rPr>
              <a:t> by age (P</a:t>
            </a:r>
            <a:r>
              <a:rPr sz="1600" b="1" i="0" baseline="-25000">
                <a:solidFill>
                  <a:srgbClr val="000F47"/>
                </a:solidFill>
                <a:latin typeface="Arial"/>
              </a:rPr>
              <a:t>0</a:t>
            </a:r>
            <a:r>
              <a:rPr sz="1600" b="1" i="0">
                <a:solidFill>
                  <a:srgbClr val="000F47"/>
                </a:solidFill>
                <a:latin typeface="Arial"/>
              </a:rPr>
              <a:t> = 1)</a:t>
            </a:r>
          </a:p>
        </p:txBody>
      </p:sp>
      <p:graphicFrame>
        <p:nvGraphicFramePr>
          <p:cNvPr id="8" name="Entitlement chart"/>
          <p:cNvGraphicFramePr>
            <a:graphicFrameLocks noGrp="1"/>
          </p:cNvGraphicFramePr>
          <p:nvPr>
            <p:extLst>
              <p:ext uri="{D42A27DB-BD31-4B8C-83A1-F6EECF244321}">
                <p14:modId xmlns:p14="http://schemas.microsoft.com/office/powerpoint/2010/main" val="1307276586"/>
              </p:ext>
            </p:extLst>
          </p:nvPr>
        </p:nvGraphicFramePr>
        <p:xfrm>
          <a:off x="365760" y="1783080"/>
          <a:ext cx="6766560" cy="3874770"/>
        </p:xfrm>
        <a:graphic>
          <a:graphicData uri="http://schemas.openxmlformats.org/drawingml/2006/chart">
            <c:chart xmlns:c="http://schemas.openxmlformats.org/drawingml/2006/chart" xmlns:r="http://schemas.openxmlformats.org/officeDocument/2006/relationships" r:id="rId3"/>
          </a:graphicData>
        </a:graphic>
      </p:graphicFrame>
      <p:sp>
        <p:nvSpPr>
          <p:cNvPr id="9" name="Chart footnote"/>
          <p:cNvSpPr txBox="1"/>
          <p:nvPr/>
        </p:nvSpPr>
        <p:spPr>
          <a:xfrm>
            <a:off x="457200" y="5738023"/>
            <a:ext cx="6675120" cy="338554"/>
          </a:xfrm>
          <a:prstGeom prst="rect">
            <a:avLst/>
          </a:prstGeom>
          <a:noFill/>
        </p:spPr>
        <p:txBody>
          <a:bodyPr wrap="square" lIns="0" tIns="0" rIns="0" bIns="0" anchor="t">
            <a:spAutoFit/>
          </a:bodyPr>
          <a:lstStyle/>
          <a:p>
            <a:pPr algn="l">
              <a:spcAft>
                <a:spcPts val="0"/>
              </a:spcAft>
            </a:pPr>
            <a:r>
              <a:rPr sz="1100" b="0" i="0" dirty="0">
                <a:solidFill>
                  <a:srgbClr val="7B7974"/>
                </a:solidFill>
                <a:latin typeface="Arial"/>
              </a:rPr>
              <a:t>Policies from Ernsting et al. (2025); </a:t>
            </a:r>
            <a:r>
              <a:rPr lang="en-US" sz="1100" b="0" i="0" dirty="0">
                <a:solidFill>
                  <a:srgbClr val="7B7974"/>
                </a:solidFill>
                <a:latin typeface="Arial"/>
              </a:rPr>
              <a:t>see Python Notebook</a:t>
            </a:r>
            <a:r>
              <a:rPr sz="1100" b="0" i="0" dirty="0">
                <a:solidFill>
                  <a:srgbClr val="7B7974"/>
                </a:solidFill>
                <a:latin typeface="Arial"/>
              </a:rPr>
              <a:t>. </a:t>
            </a:r>
            <a:r>
              <a:rPr lang="en-US" sz="1100" dirty="0">
                <a:solidFill>
                  <a:srgbClr val="7B7974"/>
                </a:solidFill>
                <a:latin typeface="Arial"/>
              </a:rPr>
              <a:t>U</a:t>
            </a:r>
            <a:r>
              <a:rPr sz="1100" b="0" i="0" dirty="0">
                <a:solidFill>
                  <a:srgbClr val="7B7974"/>
                </a:solidFill>
                <a:latin typeface="Arial"/>
              </a:rPr>
              <a:t>ncalibrated parameters: δ = 25 bp, s̄ = 30 bp, κ = 0.3, </a:t>
            </a:r>
            <a:r>
              <a:rPr sz="1100" b="0" i="0" dirty="0" err="1">
                <a:solidFill>
                  <a:srgbClr val="7B7974"/>
                </a:solidFill>
                <a:latin typeface="Arial"/>
              </a:rPr>
              <a:t>σ</a:t>
            </a:r>
            <a:r>
              <a:rPr sz="1100" b="0" i="0" baseline="-25000" dirty="0" err="1">
                <a:solidFill>
                  <a:srgbClr val="7B7974"/>
                </a:solidFill>
                <a:latin typeface="Arial"/>
              </a:rPr>
              <a:t>s</a:t>
            </a:r>
            <a:r>
              <a:rPr sz="1100" b="0" i="0" dirty="0">
                <a:solidFill>
                  <a:srgbClr val="7B7974"/>
                </a:solidFill>
                <a:latin typeface="Arial"/>
              </a:rPr>
              <a:t> = 25 bp, D</a:t>
            </a:r>
            <a:r>
              <a:rPr sz="1100" b="0" i="0" baseline="-25000" dirty="0">
                <a:solidFill>
                  <a:srgbClr val="7B7974"/>
                </a:solidFill>
                <a:latin typeface="Arial"/>
              </a:rPr>
              <a:t>s</a:t>
            </a:r>
            <a:r>
              <a:rPr sz="1100" b="0" i="0" dirty="0">
                <a:solidFill>
                  <a:srgbClr val="7B7974"/>
                </a:solidFill>
                <a:latin typeface="Arial"/>
              </a:rPr>
              <a:t> = 8.6 (10-year constant-maturity bond), γ = 5; annual Euler steps, 10</a:t>
            </a:r>
            <a:r>
              <a:rPr lang="en-US" sz="1100" b="0" i="0" dirty="0">
                <a:solidFill>
                  <a:srgbClr val="7B7974"/>
                </a:solidFill>
                <a:latin typeface="Arial"/>
              </a:rPr>
              <a:t>.</a:t>
            </a:r>
            <a:r>
              <a:rPr sz="1100" b="0" i="0" dirty="0">
                <a:solidFill>
                  <a:srgbClr val="7B7974"/>
                </a:solidFill>
                <a:latin typeface="Arial"/>
              </a:rPr>
              <a:t>000 paths.</a:t>
            </a:r>
          </a:p>
        </p:txBody>
      </p:sp>
      <p:graphicFrame>
        <p:nvGraphicFramePr>
          <p:cNvPr id="10" name="Results table"/>
          <p:cNvGraphicFramePr>
            <a:graphicFrameLocks noGrp="1"/>
          </p:cNvGraphicFramePr>
          <p:nvPr>
            <p:extLst>
              <p:ext uri="{D42A27DB-BD31-4B8C-83A1-F6EECF244321}">
                <p14:modId xmlns:p14="http://schemas.microsoft.com/office/powerpoint/2010/main" val="3472158349"/>
              </p:ext>
            </p:extLst>
          </p:nvPr>
        </p:nvGraphicFramePr>
        <p:xfrm>
          <a:off x="7132320" y="1416860"/>
          <a:ext cx="4599432" cy="2157984"/>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1133856">
                  <a:extLst>
                    <a:ext uri="{9D8B030D-6E8A-4147-A177-3AD203B41FA5}">
                      <a16:colId xmlns:a16="http://schemas.microsoft.com/office/drawing/2014/main" val="20001"/>
                    </a:ext>
                  </a:extLst>
                </a:gridCol>
                <a:gridCol w="1316736">
                  <a:extLst>
                    <a:ext uri="{9D8B030D-6E8A-4147-A177-3AD203B41FA5}">
                      <a16:colId xmlns:a16="http://schemas.microsoft.com/office/drawing/2014/main" val="20002"/>
                    </a:ext>
                  </a:extLst>
                </a:gridCol>
              </a:tblGrid>
              <a:tr h="475488">
                <a:tc>
                  <a:txBody>
                    <a:bodyPr/>
                    <a:lstStyle/>
                    <a:p>
                      <a:pPr algn="l"/>
                      <a:endParaRPr dirty="0"/>
                    </a:p>
                  </a:txBody>
                  <a:tcPr marL="73152" marR="73152" marT="27432" marB="27432" anchor="ctr">
                    <a:solidFill>
                      <a:srgbClr val="000F47"/>
                    </a:solidFill>
                  </a:tcPr>
                </a:tc>
                <a:tc>
                  <a:txBody>
                    <a:bodyPr/>
                    <a:lstStyle/>
                    <a:p>
                      <a:pPr algn="r"/>
                      <a:r>
                        <a:rPr sz="1200" b="1" i="0" dirty="0">
                          <a:solidFill>
                            <a:srgbClr val="FFFFFF"/>
                          </a:solidFill>
                          <a:latin typeface="Arial"/>
                        </a:rPr>
                        <a:t>Policy 1</a:t>
                      </a:r>
                    </a:p>
                    <a:p>
                      <a:pPr algn="r"/>
                      <a:r>
                        <a:rPr sz="1200" b="0" i="0" dirty="0">
                          <a:solidFill>
                            <a:srgbClr val="FFFFFF"/>
                          </a:solidFill>
                          <a:latin typeface="Arial"/>
                        </a:rPr>
                        <a:t>no spread risk</a:t>
                      </a:r>
                      <a:endParaRPr lang="en-US" sz="1200" b="0" i="0" dirty="0">
                        <a:solidFill>
                          <a:srgbClr val="FFFFFF"/>
                        </a:solidFill>
                        <a:latin typeface="Arial"/>
                      </a:endParaRPr>
                    </a:p>
                    <a:p>
                      <a:pPr algn="r"/>
                      <a:r>
                        <a:rPr lang="en-US" sz="1200" b="0" dirty="0" err="1">
                          <a:solidFill>
                            <a:schemeClr val="bg1"/>
                          </a:solidFill>
                        </a:rPr>
                        <a:t>x</a:t>
                      </a:r>
                      <a:r>
                        <a:rPr lang="en-US" sz="1200" b="0" baseline="-25000" dirty="0" err="1">
                          <a:solidFill>
                            <a:schemeClr val="bg1"/>
                          </a:solidFill>
                        </a:rPr>
                        <a:t>B,t</a:t>
                      </a:r>
                      <a:r>
                        <a:rPr lang="en-US" sz="1200" b="0" baseline="-25000" dirty="0">
                          <a:solidFill>
                            <a:schemeClr val="bg1"/>
                          </a:solidFill>
                        </a:rPr>
                        <a:t> </a:t>
                      </a:r>
                      <a:r>
                        <a:rPr lang="en-US" sz="1200" b="0" dirty="0">
                          <a:solidFill>
                            <a:schemeClr val="bg1"/>
                          </a:solidFill>
                        </a:rPr>
                        <a:t>=0</a:t>
                      </a:r>
                      <a:endParaRPr sz="1200" b="0" i="0" dirty="0">
                        <a:solidFill>
                          <a:schemeClr val="bg1"/>
                        </a:solidFill>
                        <a:latin typeface="Arial"/>
                      </a:endParaRPr>
                    </a:p>
                  </a:txBody>
                  <a:tcPr marL="73152" marR="73152" marT="27432" marB="27432" anchor="ctr">
                    <a:solidFill>
                      <a:srgbClr val="000F47"/>
                    </a:solidFill>
                  </a:tcPr>
                </a:tc>
                <a:tc>
                  <a:txBody>
                    <a:bodyPr/>
                    <a:lstStyle/>
                    <a:p>
                      <a:pPr algn="r"/>
                      <a:r>
                        <a:rPr sz="1200" b="1" i="0" dirty="0">
                          <a:solidFill>
                            <a:srgbClr val="FFFFFF"/>
                          </a:solidFill>
                          <a:latin typeface="Arial"/>
                        </a:rPr>
                        <a:t>Policy 2</a:t>
                      </a:r>
                    </a:p>
                    <a:p>
                      <a:pPr algn="r"/>
                      <a:r>
                        <a:rPr sz="1200" b="0" i="0" dirty="0">
                          <a:solidFill>
                            <a:srgbClr val="FFFFFF"/>
                          </a:solidFill>
                          <a:latin typeface="Arial"/>
                        </a:rPr>
                        <a:t>zero carry</a:t>
                      </a:r>
                      <a:endParaRPr lang="en-US" sz="1200" b="0" i="0" dirty="0">
                        <a:solidFill>
                          <a:srgbClr val="FFFFFF"/>
                        </a:solidFill>
                        <a:latin typeface="Arial"/>
                      </a:endParaRPr>
                    </a:p>
                    <a:p>
                      <a:pPr algn="r"/>
                      <a:r>
                        <a:rPr lang="en-US" sz="1200" b="0" dirty="0" err="1">
                          <a:solidFill>
                            <a:schemeClr val="bg1"/>
                          </a:solidFill>
                        </a:rPr>
                        <a:t>x</a:t>
                      </a:r>
                      <a:r>
                        <a:rPr lang="en-US" sz="1200" b="0" baseline="-25000" dirty="0" err="1">
                          <a:solidFill>
                            <a:schemeClr val="bg1"/>
                          </a:solidFill>
                        </a:rPr>
                        <a:t>B,t</a:t>
                      </a:r>
                      <a:r>
                        <a:rPr lang="en-US" sz="1200" b="0" baseline="-25000" dirty="0">
                          <a:solidFill>
                            <a:schemeClr val="bg1"/>
                          </a:solidFill>
                        </a:rPr>
                        <a:t> </a:t>
                      </a:r>
                      <a:r>
                        <a:rPr lang="en-US" sz="1200" b="0" dirty="0">
                          <a:solidFill>
                            <a:schemeClr val="bg1"/>
                          </a:solidFill>
                        </a:rPr>
                        <a:t>= </a:t>
                      </a:r>
                      <a:r>
                        <a:rPr lang="el-GR" sz="1200" b="0" i="0" dirty="0">
                          <a:solidFill>
                            <a:schemeClr val="bg1"/>
                          </a:solidFill>
                          <a:latin typeface="+mn-lt"/>
                        </a:rPr>
                        <a:t>δ</a:t>
                      </a:r>
                      <a:r>
                        <a:rPr lang="en-US" sz="1200" b="0" i="0" dirty="0">
                          <a:solidFill>
                            <a:schemeClr val="bg1"/>
                          </a:solidFill>
                          <a:latin typeface="+mn-lt"/>
                        </a:rPr>
                        <a:t> / (s</a:t>
                      </a:r>
                      <a:r>
                        <a:rPr lang="en-US" sz="1200" b="0" baseline="-25000" dirty="0">
                          <a:solidFill>
                            <a:schemeClr val="bg1"/>
                          </a:solidFill>
                        </a:rPr>
                        <a:t>t </a:t>
                      </a:r>
                      <a:r>
                        <a:rPr lang="en-US" sz="1200" b="0" i="0" dirty="0">
                          <a:solidFill>
                            <a:schemeClr val="bg1"/>
                          </a:solidFill>
                          <a:latin typeface="+mn-lt"/>
                        </a:rPr>
                        <a:t>+ </a:t>
                      </a:r>
                      <a:r>
                        <a:rPr lang="el-GR" sz="1200" b="0" i="0" dirty="0">
                          <a:solidFill>
                            <a:schemeClr val="bg1"/>
                          </a:solidFill>
                          <a:latin typeface="+mn-lt"/>
                        </a:rPr>
                        <a:t>δ</a:t>
                      </a:r>
                      <a:r>
                        <a:rPr lang="en-US" sz="1200" b="0" i="0" dirty="0">
                          <a:solidFill>
                            <a:schemeClr val="bg1"/>
                          </a:solidFill>
                          <a:latin typeface="+mn-lt"/>
                        </a:rPr>
                        <a:t>)</a:t>
                      </a:r>
                      <a:r>
                        <a:rPr lang="en-US" sz="1200" b="0" dirty="0">
                          <a:solidFill>
                            <a:schemeClr val="bg1"/>
                          </a:solidFill>
                        </a:rPr>
                        <a:t> </a:t>
                      </a:r>
                      <a:endParaRPr sz="1200" b="0" i="0" dirty="0">
                        <a:solidFill>
                          <a:srgbClr val="FFFFFF"/>
                        </a:solidFill>
                        <a:latin typeface="Arial"/>
                      </a:endParaRPr>
                    </a:p>
                  </a:txBody>
                  <a:tcPr marL="73152" marR="73152" marT="27432" marB="27432" anchor="ctr">
                    <a:solidFill>
                      <a:srgbClr val="000F47"/>
                    </a:solidFill>
                  </a:tcPr>
                </a:tc>
                <a:extLst>
                  <a:ext uri="{0D108BD9-81ED-4DB2-BD59-A6C34878D82A}">
                    <a16:rowId xmlns:a16="http://schemas.microsoft.com/office/drawing/2014/main" val="10000"/>
                  </a:ext>
                </a:extLst>
              </a:tr>
              <a:tr h="310896">
                <a:tc>
                  <a:txBody>
                    <a:bodyPr/>
                    <a:lstStyle/>
                    <a:p>
                      <a:pPr algn="l"/>
                      <a:r>
                        <a:rPr sz="1200" b="1" i="0">
                          <a:solidFill>
                            <a:srgbClr val="000F47"/>
                          </a:solidFill>
                          <a:latin typeface="Arial"/>
                        </a:rPr>
                        <a:t>Certainty equivalent P</a:t>
                      </a:r>
                      <a:r>
                        <a:rPr sz="1200" b="1" i="0" baseline="-25000">
                          <a:solidFill>
                            <a:srgbClr val="000F47"/>
                          </a:solidFill>
                          <a:latin typeface="Arial"/>
                        </a:rPr>
                        <a:t>T</a:t>
                      </a:r>
                    </a:p>
                  </a:txBody>
                  <a:tcPr marL="73152" marR="73152" marT="27432" marB="27432" anchor="ctr">
                    <a:solidFill>
                      <a:srgbClr val="FFFFFF"/>
                    </a:solidFill>
                  </a:tcPr>
                </a:tc>
                <a:tc>
                  <a:txBody>
                    <a:bodyPr/>
                    <a:lstStyle/>
                    <a:p>
                      <a:pPr algn="r"/>
                      <a:r>
                        <a:rPr sz="1200" b="0" i="0">
                          <a:solidFill>
                            <a:srgbClr val="000F47"/>
                          </a:solidFill>
                          <a:latin typeface="Arial"/>
                        </a:rPr>
                        <a:t>0.898</a:t>
                      </a:r>
                    </a:p>
                  </a:txBody>
                  <a:tcPr marL="73152" marR="73152" marT="27432" marB="27432" anchor="ctr">
                    <a:solidFill>
                      <a:srgbClr val="FFFFFF"/>
                    </a:solidFill>
                  </a:tcPr>
                </a:tc>
                <a:tc>
                  <a:txBody>
                    <a:bodyPr/>
                    <a:lstStyle/>
                    <a:p>
                      <a:pPr algn="r"/>
                      <a:r>
                        <a:rPr sz="1200" b="0" i="0">
                          <a:solidFill>
                            <a:srgbClr val="000F47"/>
                          </a:solidFill>
                          <a:latin typeface="Arial"/>
                        </a:rPr>
                        <a:t>0.982</a:t>
                      </a:r>
                    </a:p>
                  </a:txBody>
                  <a:tcPr marL="73152" marR="73152" marT="27432" marB="27432" anchor="ctr">
                    <a:solidFill>
                      <a:srgbClr val="FFFFFF"/>
                    </a:solidFill>
                  </a:tcPr>
                </a:tc>
                <a:extLst>
                  <a:ext uri="{0D108BD9-81ED-4DB2-BD59-A6C34878D82A}">
                    <a16:rowId xmlns:a16="http://schemas.microsoft.com/office/drawing/2014/main" val="10001"/>
                  </a:ext>
                </a:extLst>
              </a:tr>
              <a:tr h="310896">
                <a:tc>
                  <a:txBody>
                    <a:bodyPr/>
                    <a:lstStyle/>
                    <a:p>
                      <a:pPr algn="l"/>
                      <a:r>
                        <a:rPr sz="1200" b="1" i="0">
                          <a:solidFill>
                            <a:srgbClr val="000F47"/>
                          </a:solidFill>
                          <a:latin typeface="Arial"/>
                        </a:rPr>
                        <a:t>Mean P</a:t>
                      </a:r>
                      <a:r>
                        <a:rPr sz="1200" b="1" i="0" baseline="-25000">
                          <a:solidFill>
                            <a:srgbClr val="000F47"/>
                          </a:solidFill>
                          <a:latin typeface="Arial"/>
                        </a:rPr>
                        <a:t>T</a:t>
                      </a:r>
                    </a:p>
                  </a:txBody>
                  <a:tcPr marL="73152" marR="73152" marT="27432" marB="27432" anchor="ctr">
                    <a:solidFill>
                      <a:srgbClr val="CEECFF"/>
                    </a:solidFill>
                  </a:tcPr>
                </a:tc>
                <a:tc>
                  <a:txBody>
                    <a:bodyPr/>
                    <a:lstStyle/>
                    <a:p>
                      <a:pPr algn="r"/>
                      <a:r>
                        <a:rPr sz="1200" b="0" i="0">
                          <a:solidFill>
                            <a:srgbClr val="000F47"/>
                          </a:solidFill>
                          <a:latin typeface="Arial"/>
                        </a:rPr>
                        <a:t>0.898</a:t>
                      </a:r>
                    </a:p>
                  </a:txBody>
                  <a:tcPr marL="73152" marR="73152" marT="27432" marB="27432" anchor="ctr">
                    <a:solidFill>
                      <a:srgbClr val="CEECFF"/>
                    </a:solidFill>
                  </a:tcPr>
                </a:tc>
                <a:tc>
                  <a:txBody>
                    <a:bodyPr/>
                    <a:lstStyle/>
                    <a:p>
                      <a:pPr algn="r"/>
                      <a:r>
                        <a:rPr sz="1200" b="0" i="0">
                          <a:solidFill>
                            <a:srgbClr val="000F47"/>
                          </a:solidFill>
                          <a:latin typeface="Arial"/>
                        </a:rPr>
                        <a:t>0.985</a:t>
                      </a:r>
                    </a:p>
                  </a:txBody>
                  <a:tcPr marL="73152" marR="73152" marT="27432" marB="27432" anchor="ctr">
                    <a:solidFill>
                      <a:srgbClr val="CEECFF"/>
                    </a:solidFill>
                  </a:tcPr>
                </a:tc>
                <a:extLst>
                  <a:ext uri="{0D108BD9-81ED-4DB2-BD59-A6C34878D82A}">
                    <a16:rowId xmlns:a16="http://schemas.microsoft.com/office/drawing/2014/main" val="10002"/>
                  </a:ext>
                </a:extLst>
              </a:tr>
              <a:tr h="310896">
                <a:tc>
                  <a:txBody>
                    <a:bodyPr/>
                    <a:lstStyle/>
                    <a:p>
                      <a:pPr algn="l"/>
                      <a:r>
                        <a:rPr sz="1200" b="1" i="0">
                          <a:solidFill>
                            <a:srgbClr val="000F47"/>
                          </a:solidFill>
                          <a:latin typeface="Arial"/>
                        </a:rPr>
                        <a:t>5%–95% range P</a:t>
                      </a:r>
                      <a:r>
                        <a:rPr sz="1200" b="1" i="0" baseline="-25000">
                          <a:solidFill>
                            <a:srgbClr val="000F47"/>
                          </a:solidFill>
                          <a:latin typeface="Arial"/>
                        </a:rPr>
                        <a:t>T</a:t>
                      </a:r>
                    </a:p>
                  </a:txBody>
                  <a:tcPr marL="73152" marR="73152" marT="27432" marB="27432" anchor="ctr">
                    <a:solidFill>
                      <a:srgbClr val="FFFFFF"/>
                    </a:solidFill>
                  </a:tcPr>
                </a:tc>
                <a:tc>
                  <a:txBody>
                    <a:bodyPr/>
                    <a:lstStyle/>
                    <a:p>
                      <a:pPr algn="r"/>
                      <a:r>
                        <a:rPr lang="en-US" sz="1200" b="0" i="0" dirty="0">
                          <a:solidFill>
                            <a:srgbClr val="000F47"/>
                          </a:solidFill>
                          <a:latin typeface="Arial"/>
                        </a:rPr>
                        <a:t>-</a:t>
                      </a:r>
                      <a:endParaRPr sz="1200" b="0" i="0" dirty="0">
                        <a:solidFill>
                          <a:srgbClr val="000F47"/>
                        </a:solidFill>
                        <a:latin typeface="Arial"/>
                      </a:endParaRPr>
                    </a:p>
                  </a:txBody>
                  <a:tcPr marL="73152" marR="73152" marT="27432" marB="27432" anchor="ctr">
                    <a:solidFill>
                      <a:srgbClr val="FFFFFF"/>
                    </a:solidFill>
                  </a:tcPr>
                </a:tc>
                <a:tc>
                  <a:txBody>
                    <a:bodyPr/>
                    <a:lstStyle/>
                    <a:p>
                      <a:pPr algn="r"/>
                      <a:r>
                        <a:rPr sz="1200" b="0" i="0" dirty="0">
                          <a:solidFill>
                            <a:srgbClr val="000F47"/>
                          </a:solidFill>
                          <a:latin typeface="Arial"/>
                        </a:rPr>
                        <a:t>0.927 </a:t>
                      </a:r>
                      <a:r>
                        <a:rPr lang="en-US" sz="1200" b="0" i="0" dirty="0">
                          <a:solidFill>
                            <a:srgbClr val="000F47"/>
                          </a:solidFill>
                          <a:latin typeface="Arial"/>
                        </a:rPr>
                        <a:t>-</a:t>
                      </a:r>
                      <a:r>
                        <a:rPr sz="1200" b="0" i="0" dirty="0">
                          <a:solidFill>
                            <a:srgbClr val="000F47"/>
                          </a:solidFill>
                          <a:latin typeface="Arial"/>
                        </a:rPr>
                        <a:t> 1.053</a:t>
                      </a:r>
                    </a:p>
                  </a:txBody>
                  <a:tcPr marL="73152" marR="73152" marT="27432" marB="27432" anchor="ctr">
                    <a:solidFill>
                      <a:srgbClr val="FFFFFF"/>
                    </a:solidFill>
                  </a:tcPr>
                </a:tc>
                <a:extLst>
                  <a:ext uri="{0D108BD9-81ED-4DB2-BD59-A6C34878D82A}">
                    <a16:rowId xmlns:a16="http://schemas.microsoft.com/office/drawing/2014/main" val="10003"/>
                  </a:ext>
                </a:extLst>
              </a:tr>
              <a:tr h="310896">
                <a:tc>
                  <a:txBody>
                    <a:bodyPr/>
                    <a:lstStyle/>
                    <a:p>
                      <a:pPr algn="l"/>
                      <a:r>
                        <a:rPr sz="1200" b="1" i="0">
                          <a:solidFill>
                            <a:srgbClr val="000F47"/>
                          </a:solidFill>
                          <a:latin typeface="Arial"/>
                        </a:rPr>
                        <a:t>CE-equivalent mismatch</a:t>
                      </a:r>
                    </a:p>
                  </a:txBody>
                  <a:tcPr marL="73152" marR="73152" marT="27432" marB="27432" anchor="ctr">
                    <a:solidFill>
                      <a:srgbClr val="CEECFF"/>
                    </a:solidFill>
                  </a:tcPr>
                </a:tc>
                <a:tc>
                  <a:txBody>
                    <a:bodyPr/>
                    <a:lstStyle/>
                    <a:p>
                      <a:pPr algn="r"/>
                      <a:r>
                        <a:rPr lang="en-US" sz="1200" b="0" i="0" dirty="0">
                          <a:solidFill>
                            <a:srgbClr val="000F47"/>
                          </a:solidFill>
                          <a:latin typeface="Arial"/>
                        </a:rPr>
                        <a:t>-</a:t>
                      </a:r>
                      <a:r>
                        <a:rPr sz="1200" b="0" i="0" dirty="0">
                          <a:solidFill>
                            <a:srgbClr val="000F47"/>
                          </a:solidFill>
                          <a:latin typeface="Arial"/>
                        </a:rPr>
                        <a:t>25 bp/yr</a:t>
                      </a:r>
                    </a:p>
                  </a:txBody>
                  <a:tcPr marL="73152" marR="73152" marT="27432" marB="27432" anchor="ctr">
                    <a:solidFill>
                      <a:srgbClr val="CEECFF"/>
                    </a:solidFill>
                  </a:tcPr>
                </a:tc>
                <a:tc>
                  <a:txBody>
                    <a:bodyPr/>
                    <a:lstStyle/>
                    <a:p>
                      <a:pPr algn="r"/>
                      <a:r>
                        <a:rPr lang="en-US" sz="1200" b="0" i="0" dirty="0">
                          <a:solidFill>
                            <a:srgbClr val="000F47"/>
                          </a:solidFill>
                          <a:latin typeface="Arial"/>
                        </a:rPr>
                        <a:t>-</a:t>
                      </a:r>
                      <a:r>
                        <a:rPr sz="1200" b="0" i="0" dirty="0">
                          <a:solidFill>
                            <a:srgbClr val="000F47"/>
                          </a:solidFill>
                          <a:latin typeface="Arial"/>
                        </a:rPr>
                        <a:t>4.3 bp/yr</a:t>
                      </a:r>
                    </a:p>
                  </a:txBody>
                  <a:tcPr marL="73152" marR="73152" marT="27432" marB="27432" anchor="ctr">
                    <a:solidFill>
                      <a:srgbClr val="CEECFF"/>
                    </a:solidFill>
                  </a:tcPr>
                </a:tc>
                <a:extLst>
                  <a:ext uri="{0D108BD9-81ED-4DB2-BD59-A6C34878D82A}">
                    <a16:rowId xmlns:a16="http://schemas.microsoft.com/office/drawing/2014/main" val="10004"/>
                  </a:ext>
                </a:extLst>
              </a:tr>
              <a:tr h="310896">
                <a:tc>
                  <a:txBody>
                    <a:bodyPr/>
                    <a:lstStyle/>
                    <a:p>
                      <a:pPr algn="l"/>
                      <a:r>
                        <a:rPr sz="1200" b="1" i="0">
                          <a:solidFill>
                            <a:srgbClr val="000F47"/>
                          </a:solidFill>
                          <a:latin typeface="Arial"/>
                        </a:rPr>
                        <a:t>Average bond allocation x</a:t>
                      </a:r>
                      <a:r>
                        <a:rPr sz="1200" b="1" i="0" baseline="-25000">
                          <a:solidFill>
                            <a:srgbClr val="000F47"/>
                          </a:solidFill>
                          <a:latin typeface="Arial"/>
                        </a:rPr>
                        <a:t>B</a:t>
                      </a:r>
                    </a:p>
                  </a:txBody>
                  <a:tcPr marL="73152" marR="73152" marT="27432" marB="27432" anchor="ctr">
                    <a:solidFill>
                      <a:srgbClr val="FFFFFF"/>
                    </a:solidFill>
                  </a:tcPr>
                </a:tc>
                <a:tc>
                  <a:txBody>
                    <a:bodyPr/>
                    <a:lstStyle/>
                    <a:p>
                      <a:pPr algn="r"/>
                      <a:r>
                        <a:rPr sz="1200" b="0" i="0" dirty="0">
                          <a:solidFill>
                            <a:srgbClr val="000F47"/>
                          </a:solidFill>
                          <a:latin typeface="Arial"/>
                        </a:rPr>
                        <a:t>0%</a:t>
                      </a:r>
                    </a:p>
                  </a:txBody>
                  <a:tcPr marL="73152" marR="73152" marT="27432" marB="27432" anchor="ctr">
                    <a:solidFill>
                      <a:srgbClr val="FFFFFF"/>
                    </a:solidFill>
                  </a:tcPr>
                </a:tc>
                <a:tc>
                  <a:txBody>
                    <a:bodyPr/>
                    <a:lstStyle/>
                    <a:p>
                      <a:pPr algn="r"/>
                      <a:r>
                        <a:rPr sz="1200" b="0" i="0" dirty="0">
                          <a:solidFill>
                            <a:srgbClr val="000F47"/>
                          </a:solidFill>
                          <a:latin typeface="Arial"/>
                        </a:rPr>
                        <a:t>36%</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1" name="Takeaways header"/>
          <p:cNvSpPr txBox="1"/>
          <p:nvPr/>
        </p:nvSpPr>
        <p:spPr>
          <a:xfrm>
            <a:off x="7132320" y="3682141"/>
            <a:ext cx="4599432" cy="365760"/>
          </a:xfrm>
          <a:prstGeom prst="rect">
            <a:avLst/>
          </a:prstGeom>
          <a:noFill/>
        </p:spPr>
        <p:txBody>
          <a:bodyPr wrap="square" lIns="0" tIns="0" rIns="0" bIns="0" anchor="ctr">
            <a:spAutoFit/>
          </a:bodyPr>
          <a:lstStyle/>
          <a:p>
            <a:pPr algn="l">
              <a:spcAft>
                <a:spcPts val="0"/>
              </a:spcAft>
            </a:pPr>
            <a:r>
              <a:rPr sz="1600" b="1" i="0" dirty="0">
                <a:solidFill>
                  <a:srgbClr val="000F47"/>
                </a:solidFill>
                <a:latin typeface="Arial"/>
              </a:rPr>
              <a:t>Key takeaways</a:t>
            </a:r>
          </a:p>
        </p:txBody>
      </p:sp>
      <p:sp>
        <p:nvSpPr>
          <p:cNvPr id="12" name="Takeaways"/>
          <p:cNvSpPr txBox="1"/>
          <p:nvPr/>
        </p:nvSpPr>
        <p:spPr>
          <a:xfrm>
            <a:off x="7132320" y="4055521"/>
            <a:ext cx="4599432" cy="1477328"/>
          </a:xfrm>
          <a:prstGeom prst="rect">
            <a:avLst/>
          </a:prstGeom>
          <a:noFill/>
        </p:spPr>
        <p:txBody>
          <a:bodyPr wrap="square" lIns="0" tIns="0" rIns="0" bIns="0" anchor="t">
            <a:spAutoFit/>
          </a:bodyPr>
          <a:lstStyle/>
          <a:p>
            <a:pPr marL="201168" indent="-201168">
              <a:spcAft>
                <a:spcPts val="600"/>
              </a:spcAft>
              <a:buFont typeface="Arial"/>
              <a:buChar char="•"/>
            </a:pPr>
            <a:r>
              <a:rPr sz="1300" b="0" i="0" dirty="0">
                <a:solidFill>
                  <a:srgbClr val="000F47"/>
                </a:solidFill>
                <a:latin typeface="Arial"/>
              </a:rPr>
              <a:t>Cash and swaps</a:t>
            </a:r>
            <a:r>
              <a:rPr lang="en-US" sz="1300" dirty="0">
                <a:solidFill>
                  <a:srgbClr val="000F47"/>
                </a:solidFill>
              </a:rPr>
              <a:t> (policy 1)</a:t>
            </a:r>
            <a:r>
              <a:rPr sz="1300" b="0" i="0" dirty="0">
                <a:solidFill>
                  <a:srgbClr val="000F47"/>
                </a:solidFill>
                <a:latin typeface="Arial"/>
              </a:rPr>
              <a:t> cost a certain 25 bp per year</a:t>
            </a:r>
            <a:r>
              <a:rPr lang="en-US" sz="1300" b="0" i="0" dirty="0">
                <a:solidFill>
                  <a:srgbClr val="000F47"/>
                </a:solidFill>
                <a:latin typeface="Arial"/>
              </a:rPr>
              <a:t>, which indicates</a:t>
            </a:r>
            <a:r>
              <a:rPr sz="1300" b="0" i="0" dirty="0">
                <a:solidFill>
                  <a:srgbClr val="000F47"/>
                </a:solidFill>
                <a:latin typeface="Arial"/>
              </a:rPr>
              <a:t> </a:t>
            </a:r>
            <a:r>
              <a:rPr lang="en-US" sz="1300" b="0" i="0" dirty="0">
                <a:solidFill>
                  <a:srgbClr val="000F47"/>
                </a:solidFill>
                <a:latin typeface="Arial"/>
              </a:rPr>
              <a:t>a ~10% lower pension at T=68 in comparison with policy 2</a:t>
            </a:r>
            <a:r>
              <a:rPr sz="1300" b="0" i="0" dirty="0">
                <a:solidFill>
                  <a:srgbClr val="000F47"/>
                </a:solidFill>
                <a:latin typeface="Arial"/>
              </a:rPr>
              <a:t>.</a:t>
            </a:r>
          </a:p>
          <a:p>
            <a:pPr marL="201168" indent="-201168" algn="l">
              <a:spcAft>
                <a:spcPts val="600"/>
              </a:spcAft>
              <a:buFont typeface="Arial"/>
              <a:buChar char="•"/>
            </a:pPr>
            <a:r>
              <a:rPr sz="1300" b="0" i="0" dirty="0">
                <a:solidFill>
                  <a:srgbClr val="000F47"/>
                </a:solidFill>
                <a:latin typeface="Arial"/>
              </a:rPr>
              <a:t>Policy 2 </a:t>
            </a:r>
            <a:r>
              <a:rPr lang="en-US" sz="1300" b="0" i="0" dirty="0">
                <a:solidFill>
                  <a:srgbClr val="000F47"/>
                </a:solidFill>
                <a:latin typeface="Arial"/>
              </a:rPr>
              <a:t>saves</a:t>
            </a:r>
            <a:r>
              <a:rPr sz="1300" b="0" i="0" dirty="0">
                <a:solidFill>
                  <a:srgbClr val="000F47"/>
                </a:solidFill>
                <a:latin typeface="Arial"/>
              </a:rPr>
              <a:t> about 83% of the cash drag in </a:t>
            </a:r>
            <a:r>
              <a:rPr lang="en-US" sz="1300" b="0" i="0" dirty="0">
                <a:solidFill>
                  <a:srgbClr val="000F47"/>
                </a:solidFill>
                <a:latin typeface="Arial"/>
              </a:rPr>
              <a:t>yearly </a:t>
            </a:r>
            <a:r>
              <a:rPr sz="1300" b="0" i="0" dirty="0">
                <a:solidFill>
                  <a:srgbClr val="000F47"/>
                </a:solidFill>
                <a:latin typeface="Arial"/>
              </a:rPr>
              <a:t>certainty-equivalent terms and ends below policy 1</a:t>
            </a:r>
            <a:r>
              <a:rPr lang="en-US" sz="1300" dirty="0">
                <a:solidFill>
                  <a:srgbClr val="000F47"/>
                </a:solidFill>
                <a:latin typeface="Arial"/>
              </a:rPr>
              <a:t> </a:t>
            </a:r>
            <a:r>
              <a:rPr sz="1300" b="0" i="0" dirty="0">
                <a:solidFill>
                  <a:srgbClr val="000F47"/>
                </a:solidFill>
                <a:latin typeface="Arial"/>
              </a:rPr>
              <a:t>in only 0.4% of paths.</a:t>
            </a:r>
            <a:r>
              <a:rPr lang="en-US" sz="1300" b="0" i="0" dirty="0">
                <a:solidFill>
                  <a:srgbClr val="000F47"/>
                </a:solidFill>
                <a:latin typeface="Arial"/>
              </a:rPr>
              <a:t> Hence, an easy spread-risk policy outperforms taking no spread-risk at all, for this base case.</a:t>
            </a:r>
            <a:endParaRPr sz="1300" b="0" i="0" dirty="0">
              <a:solidFill>
                <a:srgbClr val="000F47"/>
              </a:solidFill>
              <a:latin typeface="Arial"/>
            </a:endParaRPr>
          </a:p>
        </p:txBody>
      </p:sp>
      <p:grpSp>
        <p:nvGrpSpPr>
          <p:cNvPr id="26" name="Group 25">
            <a:extLst>
              <a:ext uri="{FF2B5EF4-FFF2-40B4-BE49-F238E27FC236}">
                <a16:creationId xmlns:a16="http://schemas.microsoft.com/office/drawing/2014/main" id="{0953A3DE-1D1A-8350-DC79-FC2913B0BB49}"/>
              </a:ext>
            </a:extLst>
          </p:cNvPr>
          <p:cNvGrpSpPr/>
          <p:nvPr/>
        </p:nvGrpSpPr>
        <p:grpSpPr>
          <a:xfrm>
            <a:off x="8511309" y="22722"/>
            <a:ext cx="3548441" cy="710269"/>
            <a:chOff x="457200" y="5574149"/>
            <a:chExt cx="3548441" cy="710269"/>
          </a:xfrm>
        </p:grpSpPr>
        <p:pic>
          <p:nvPicPr>
            <p:cNvPr id="13" name="Equation entitlement" descr="e1_t.png">
              <a:extLst>
                <a:ext uri="{FF2B5EF4-FFF2-40B4-BE49-F238E27FC236}">
                  <a16:creationId xmlns:a16="http://schemas.microsoft.com/office/drawing/2014/main" id="{4907B777-6375-7494-AFC4-499B68C3450D}"/>
                </a:ext>
              </a:extLst>
            </p:cNvPr>
            <p:cNvPicPr>
              <a:picLocks noChangeAspect="1"/>
            </p:cNvPicPr>
            <p:nvPr/>
          </p:nvPicPr>
          <p:blipFill>
            <a:blip r:embed="rId4"/>
            <a:stretch>
              <a:fillRect/>
            </a:stretch>
          </p:blipFill>
          <p:spPr>
            <a:xfrm>
              <a:off x="457200" y="5717490"/>
              <a:ext cx="3511498" cy="566928"/>
            </a:xfrm>
            <a:prstGeom prst="rect">
              <a:avLst/>
            </a:prstGeom>
          </p:spPr>
        </p:pic>
        <p:sp>
          <p:nvSpPr>
            <p:cNvPr id="15" name="Rectangle 14">
              <a:extLst>
                <a:ext uri="{FF2B5EF4-FFF2-40B4-BE49-F238E27FC236}">
                  <a16:creationId xmlns:a16="http://schemas.microsoft.com/office/drawing/2014/main" id="{7CC7BF29-B081-25AE-3E60-73131A22B475}"/>
                </a:ext>
              </a:extLst>
            </p:cNvPr>
            <p:cNvSpPr/>
            <p:nvPr/>
          </p:nvSpPr>
          <p:spPr>
            <a:xfrm>
              <a:off x="1200873" y="5574149"/>
              <a:ext cx="2804768" cy="5628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NL" dirty="0">
                <a:solidFill>
                  <a:schemeClr val="bg1"/>
                </a:solidFill>
              </a:endParaRPr>
            </a:p>
          </p:txBody>
        </p:sp>
        <p:pic>
          <p:nvPicPr>
            <p:cNvPr id="17" name="Picture 16">
              <a:extLst>
                <a:ext uri="{FF2B5EF4-FFF2-40B4-BE49-F238E27FC236}">
                  <a16:creationId xmlns:a16="http://schemas.microsoft.com/office/drawing/2014/main" id="{1EC07CA1-DEF7-BBBD-BF78-9922AE98501A}"/>
                </a:ext>
              </a:extLst>
            </p:cNvPr>
            <p:cNvPicPr>
              <a:picLocks noChangeAspect="1"/>
            </p:cNvPicPr>
            <p:nvPr/>
          </p:nvPicPr>
          <p:blipFill>
            <a:blip r:embed="rId5"/>
            <a:stretch>
              <a:fillRect/>
            </a:stretch>
          </p:blipFill>
          <p:spPr>
            <a:xfrm>
              <a:off x="1200873" y="5703520"/>
              <a:ext cx="571876" cy="506143"/>
            </a:xfrm>
            <a:prstGeom prst="rect">
              <a:avLst/>
            </a:prstGeom>
          </p:spPr>
        </p:pic>
      </p:grpSp>
      <p:cxnSp>
        <p:nvCxnSpPr>
          <p:cNvPr id="28" name="Straight Arrow Connector 27">
            <a:extLst>
              <a:ext uri="{FF2B5EF4-FFF2-40B4-BE49-F238E27FC236}">
                <a16:creationId xmlns:a16="http://schemas.microsoft.com/office/drawing/2014/main" id="{8A16F2D1-DFA1-E194-F420-2D03F9AEC91D}"/>
              </a:ext>
            </a:extLst>
          </p:cNvPr>
          <p:cNvCxnSpPr>
            <a:cxnSpLocks/>
            <a:endCxn id="13" idx="1"/>
          </p:cNvCxnSpPr>
          <p:nvPr/>
        </p:nvCxnSpPr>
        <p:spPr>
          <a:xfrm flipV="1">
            <a:off x="6578600" y="449527"/>
            <a:ext cx="1932709" cy="522898"/>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08BFE30-1ED0-CA8C-D394-D0707987A078}"/>
              </a:ext>
            </a:extLst>
          </p:cNvPr>
          <p:cNvCxnSpPr/>
          <p:nvPr/>
        </p:nvCxnSpPr>
        <p:spPr>
          <a:xfrm>
            <a:off x="5795963" y="975600"/>
            <a:ext cx="1662112"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EB060002-8630-1758-257D-2960F83B5D3F}"/>
              </a:ext>
            </a:extLst>
          </p:cNvPr>
          <p:cNvCxnSpPr>
            <a:cxnSpLocks/>
          </p:cNvCxnSpPr>
          <p:nvPr/>
        </p:nvCxnSpPr>
        <p:spPr>
          <a:xfrm>
            <a:off x="5796598" y="966075"/>
            <a:ext cx="0" cy="531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8017730-8CCC-26B8-7480-08098C761A05}"/>
              </a:ext>
            </a:extLst>
          </p:cNvPr>
          <p:cNvCxnSpPr>
            <a:cxnSpLocks/>
          </p:cNvCxnSpPr>
          <p:nvPr/>
        </p:nvCxnSpPr>
        <p:spPr>
          <a:xfrm>
            <a:off x="7454900" y="969250"/>
            <a:ext cx="0" cy="531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3702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1970A-80DC-74FE-E5BD-04EBA5634D4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6F006E8-29F9-1D0C-2D6D-4A5BC5D1A4FA}"/>
              </a:ext>
            </a:extLst>
          </p:cNvPr>
          <p:cNvSpPr>
            <a:spLocks noGrp="1"/>
          </p:cNvSpPr>
          <p:nvPr>
            <p:ph type="body" sz="quarter" idx="12"/>
          </p:nvPr>
        </p:nvSpPr>
        <p:spPr/>
        <p:txBody>
          <a:bodyPr/>
          <a:lstStyle/>
          <a:p>
            <a:r>
              <a:rPr sz="1600" b="0" i="0">
                <a:solidFill>
                  <a:srgbClr val="000F47"/>
                </a:solidFill>
                <a:latin typeface="Arial"/>
              </a:rPr>
              <a:t>From evaluating benchmark policies to the optimal overlay policy over the life cycle</a:t>
            </a:r>
            <a:endParaRPr lang="nl-NL" dirty="0"/>
          </a:p>
        </p:txBody>
      </p:sp>
      <p:sp>
        <p:nvSpPr>
          <p:cNvPr id="4" name="Title 3">
            <a:extLst>
              <a:ext uri="{FF2B5EF4-FFF2-40B4-BE49-F238E27FC236}">
                <a16:creationId xmlns:a16="http://schemas.microsoft.com/office/drawing/2014/main" id="{BB1FE72F-06F1-E058-2F50-FA3AEAB8FFD6}"/>
              </a:ext>
            </a:extLst>
          </p:cNvPr>
          <p:cNvSpPr>
            <a:spLocks noGrp="1"/>
          </p:cNvSpPr>
          <p:nvPr>
            <p:ph type="title"/>
          </p:nvPr>
        </p:nvSpPr>
        <p:spPr/>
        <p:txBody>
          <a:bodyPr/>
          <a:lstStyle/>
          <a:p>
            <a:r>
              <a:t>Roadmap: three model cases</a:t>
            </a:r>
            <a:endParaRPr lang="nl-NL" dirty="0"/>
          </a:p>
        </p:txBody>
      </p:sp>
      <p:sp>
        <p:nvSpPr>
          <p:cNvPr id="5" name="Footer Placeholder 4">
            <a:extLst>
              <a:ext uri="{FF2B5EF4-FFF2-40B4-BE49-F238E27FC236}">
                <a16:creationId xmlns:a16="http://schemas.microsoft.com/office/drawing/2014/main" id="{14055742-0E98-04F6-B4E3-B8BDC3D4CA48}"/>
              </a:ext>
            </a:extLst>
          </p:cNvPr>
          <p:cNvSpPr>
            <a:spLocks noGrp="1"/>
          </p:cNvSpPr>
          <p:nvPr>
            <p:ph type="ftr" sz="quarter" idx="14"/>
          </p:nvPr>
        </p:nvSpPr>
        <p:spPr/>
        <p:txBody>
          <a:bodyPr/>
          <a:lstStyle/>
          <a:p>
            <a:endParaRPr lang="nl-NL" dirty="0"/>
          </a:p>
        </p:txBody>
      </p:sp>
      <p:sp>
        <p:nvSpPr>
          <p:cNvPr id="6" name="Slide Number Placeholder 5">
            <a:extLst>
              <a:ext uri="{FF2B5EF4-FFF2-40B4-BE49-F238E27FC236}">
                <a16:creationId xmlns:a16="http://schemas.microsoft.com/office/drawing/2014/main" id="{3B1D4671-CDA5-563F-77C2-D8BAC3AB059D}"/>
              </a:ext>
            </a:extLst>
          </p:cNvPr>
          <p:cNvSpPr>
            <a:spLocks noGrp="1"/>
          </p:cNvSpPr>
          <p:nvPr>
            <p:ph type="sldNum" sz="quarter" idx="15"/>
          </p:nvPr>
        </p:nvSpPr>
        <p:spPr/>
        <p:txBody>
          <a:bodyPr/>
          <a:lstStyle/>
          <a:p>
            <a:fld id="{CC823384-2074-4C75-9031-ACAC8BCA8354}" type="slidenum">
              <a:rPr lang="nl-NL" smtClean="0"/>
              <a:pPr/>
              <a:t>9</a:t>
            </a:fld>
            <a:endParaRPr lang="nl-NL" dirty="0"/>
          </a:p>
        </p:txBody>
      </p:sp>
      <p:sp>
        <p:nvSpPr>
          <p:cNvPr id="7" name="Case card 1"/>
          <p:cNvSpPr/>
          <p:nvPr/>
        </p:nvSpPr>
        <p:spPr>
          <a:xfrm>
            <a:off x="457200" y="1463040"/>
            <a:ext cx="3575304" cy="4800600"/>
          </a:xfrm>
          <a:prstGeom prst="roundRect">
            <a:avLst>
              <a:gd name="adj" fmla="val 6000"/>
            </a:avLst>
          </a:prstGeom>
          <a:solidFill>
            <a:srgbClr val="CE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Case badge 1"/>
          <p:cNvSpPr/>
          <p:nvPr/>
        </p:nvSpPr>
        <p:spPr>
          <a:xfrm>
            <a:off x="640080" y="1645920"/>
            <a:ext cx="502920" cy="502920"/>
          </a:xfrm>
          <a:prstGeom prst="ellipse">
            <a:avLst/>
          </a:prstGeom>
          <a:solidFill>
            <a:srgbClr val="FFB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800" b="1" i="0">
                <a:solidFill>
                  <a:srgbClr val="000F47"/>
                </a:solidFill>
                <a:latin typeface="Arial"/>
              </a:rPr>
              <a:t>1</a:t>
            </a:r>
          </a:p>
        </p:txBody>
      </p:sp>
      <p:sp>
        <p:nvSpPr>
          <p:cNvPr id="9" name="Case title 1"/>
          <p:cNvSpPr txBox="1"/>
          <p:nvPr/>
        </p:nvSpPr>
        <p:spPr>
          <a:xfrm>
            <a:off x="1280160" y="1600200"/>
            <a:ext cx="2615184" cy="594360"/>
          </a:xfrm>
          <a:prstGeom prst="rect">
            <a:avLst/>
          </a:prstGeom>
          <a:noFill/>
        </p:spPr>
        <p:txBody>
          <a:bodyPr wrap="square" lIns="0" tIns="0" rIns="0" bIns="0" anchor="ctr">
            <a:spAutoFit/>
          </a:bodyPr>
          <a:lstStyle/>
          <a:p>
            <a:pPr algn="l">
              <a:spcAft>
                <a:spcPts val="0"/>
              </a:spcAft>
            </a:pPr>
            <a:r>
              <a:rPr sz="1800" b="1" i="0">
                <a:solidFill>
                  <a:srgbClr val="000F47"/>
                </a:solidFill>
                <a:latin typeface="Arial"/>
              </a:rPr>
              <a:t>Base-base case</a:t>
            </a:r>
          </a:p>
          <a:p>
            <a:pPr algn="l">
              <a:spcAft>
                <a:spcPts val="0"/>
              </a:spcAft>
            </a:pPr>
            <a:r>
              <a:rPr sz="1300" b="1" i="0">
                <a:solidFill>
                  <a:srgbClr val="0B4BFF"/>
                </a:solidFill>
                <a:latin typeface="Arial"/>
              </a:rPr>
              <a:t>Done</a:t>
            </a:r>
          </a:p>
        </p:txBody>
      </p:sp>
      <p:sp>
        <p:nvSpPr>
          <p:cNvPr id="10" name="Case text 1"/>
          <p:cNvSpPr txBox="1"/>
          <p:nvPr/>
        </p:nvSpPr>
        <p:spPr>
          <a:xfrm>
            <a:off x="640080" y="2331720"/>
            <a:ext cx="3209544" cy="1941557"/>
          </a:xfrm>
          <a:prstGeom prst="rect">
            <a:avLst/>
          </a:prstGeom>
          <a:noFill/>
        </p:spPr>
        <p:txBody>
          <a:bodyPr wrap="square" lIns="0" tIns="0" rIns="0" bIns="0" anchor="t">
            <a:spAutoFit/>
          </a:bodyPr>
          <a:lstStyle/>
          <a:p>
            <a:pPr algn="l">
              <a:spcAft>
                <a:spcPts val="100"/>
              </a:spcAft>
            </a:pPr>
            <a:r>
              <a:rPr sz="1100" b="1" i="0" dirty="0">
                <a:solidFill>
                  <a:srgbClr val="7B7974"/>
                </a:solidFill>
                <a:latin typeface="Arial"/>
              </a:rPr>
              <a:t>SETTING</a:t>
            </a:r>
          </a:p>
          <a:p>
            <a:pPr algn="l">
              <a:spcAft>
                <a:spcPts val="700"/>
              </a:spcAft>
            </a:pPr>
            <a:r>
              <a:rPr sz="1300" b="0" i="0" dirty="0">
                <a:solidFill>
                  <a:srgbClr val="000F47"/>
                </a:solidFill>
                <a:latin typeface="Arial"/>
              </a:rPr>
              <a:t>Fully protected cohort (β = ω = 1), no return portfolio (</a:t>
            </a:r>
            <a:r>
              <a:rPr sz="1300" b="0" i="0" dirty="0" err="1">
                <a:solidFill>
                  <a:srgbClr val="000F47"/>
                </a:solidFill>
                <a:latin typeface="Arial"/>
              </a:rPr>
              <a:t>θ</a:t>
            </a:r>
            <a:r>
              <a:rPr sz="1300" b="0" i="0" baseline="-25000" dirty="0" err="1">
                <a:solidFill>
                  <a:srgbClr val="000F47"/>
                </a:solidFill>
                <a:latin typeface="Arial"/>
              </a:rPr>
              <a:t>E</a:t>
            </a:r>
            <a:r>
              <a:rPr sz="1300" b="0" i="0" dirty="0">
                <a:solidFill>
                  <a:srgbClr val="000F47"/>
                </a:solidFill>
                <a:latin typeface="Arial"/>
              </a:rPr>
              <a:t> = 0): only mismatch risk.</a:t>
            </a:r>
          </a:p>
          <a:p>
            <a:pPr algn="l">
              <a:spcAft>
                <a:spcPts val="100"/>
              </a:spcAft>
            </a:pPr>
            <a:r>
              <a:rPr sz="1100" b="1" i="0" dirty="0">
                <a:solidFill>
                  <a:srgbClr val="7B7974"/>
                </a:solidFill>
                <a:latin typeface="Arial"/>
              </a:rPr>
              <a:t>QUESTION</a:t>
            </a:r>
          </a:p>
          <a:p>
            <a:pPr algn="l">
              <a:spcAft>
                <a:spcPts val="700"/>
              </a:spcAft>
            </a:pPr>
            <a:r>
              <a:rPr sz="1300" b="0" i="0" dirty="0">
                <a:solidFill>
                  <a:srgbClr val="000F47"/>
                </a:solidFill>
                <a:latin typeface="Arial"/>
              </a:rPr>
              <a:t>How do the benchmark policies of Ernsting et al. (2025) perform?</a:t>
            </a:r>
          </a:p>
          <a:p>
            <a:pPr algn="l">
              <a:spcAft>
                <a:spcPts val="100"/>
              </a:spcAft>
            </a:pPr>
            <a:r>
              <a:rPr sz="1100" b="1" i="0" dirty="0">
                <a:solidFill>
                  <a:srgbClr val="7B7974"/>
                </a:solidFill>
                <a:latin typeface="Arial"/>
              </a:rPr>
              <a:t>METHOD</a:t>
            </a:r>
          </a:p>
          <a:p>
            <a:pPr>
              <a:spcAft>
                <a:spcPts val="700"/>
              </a:spcAft>
            </a:pPr>
            <a:r>
              <a:rPr sz="1300" b="0" i="0" dirty="0">
                <a:solidFill>
                  <a:srgbClr val="000F47"/>
                </a:solidFill>
                <a:latin typeface="Arial"/>
              </a:rPr>
              <a:t>Monte Carlo simulation of fixed policy</a:t>
            </a:r>
            <a:r>
              <a:rPr lang="en-US" sz="1300" b="0" i="0" dirty="0">
                <a:solidFill>
                  <a:srgbClr val="000F47"/>
                </a:solidFill>
                <a:latin typeface="Arial"/>
              </a:rPr>
              <a:t> </a:t>
            </a:r>
            <a:br>
              <a:rPr lang="en-US" sz="1300" dirty="0">
                <a:solidFill>
                  <a:srgbClr val="000F47"/>
                </a:solidFill>
                <a:latin typeface="Arial"/>
              </a:rPr>
            </a:br>
            <a:r>
              <a:rPr lang="en-US" sz="1300" b="0" i="0" dirty="0">
                <a:solidFill>
                  <a:srgbClr val="000F47"/>
                </a:solidFill>
                <a:latin typeface="Arial"/>
              </a:rPr>
              <a:t>(i.e. </a:t>
            </a:r>
            <a:r>
              <a:rPr lang="en-US" sz="1400" dirty="0" err="1">
                <a:solidFill>
                  <a:srgbClr val="000F47"/>
                </a:solidFill>
              </a:rPr>
              <a:t>x</a:t>
            </a:r>
            <a:r>
              <a:rPr lang="en-US" sz="1400" baseline="-25000" dirty="0" err="1">
                <a:solidFill>
                  <a:srgbClr val="000F47"/>
                </a:solidFill>
              </a:rPr>
              <a:t>B</a:t>
            </a:r>
            <a:r>
              <a:rPr lang="en-US" sz="1300" b="0" i="0" dirty="0">
                <a:solidFill>
                  <a:srgbClr val="000F47"/>
                </a:solidFill>
                <a:latin typeface="Arial"/>
              </a:rPr>
              <a:t>) </a:t>
            </a:r>
            <a:r>
              <a:rPr sz="1300" b="0" i="0" dirty="0">
                <a:solidFill>
                  <a:srgbClr val="000F47"/>
                </a:solidFill>
                <a:latin typeface="Arial"/>
              </a:rPr>
              <a:t>rules</a:t>
            </a:r>
          </a:p>
        </p:txBody>
      </p:sp>
      <p:sp>
        <p:nvSpPr>
          <p:cNvPr id="11" name="Case solution 1"/>
          <p:cNvSpPr/>
          <p:nvPr/>
        </p:nvSpPr>
        <p:spPr>
          <a:xfrm>
            <a:off x="640080" y="5696712"/>
            <a:ext cx="3209544" cy="384048"/>
          </a:xfrm>
          <a:prstGeom prst="roundRect">
            <a:avLst>
              <a:gd name="adj" fmla="val 50000"/>
            </a:avLst>
          </a:prstGeom>
          <a:solidFill>
            <a:srgbClr val="000F4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0"/>
              </a:spcAft>
            </a:pPr>
            <a:r>
              <a:rPr sz="1300" b="1" i="0" dirty="0">
                <a:solidFill>
                  <a:srgbClr val="FFFFFF"/>
                </a:solidFill>
                <a:latin typeface="Arial"/>
              </a:rPr>
              <a:t>Solution: </a:t>
            </a:r>
            <a:r>
              <a:rPr lang="en-US" sz="1300" b="1" i="0" dirty="0">
                <a:solidFill>
                  <a:srgbClr val="FFFFFF"/>
                </a:solidFill>
                <a:latin typeface="Arial"/>
              </a:rPr>
              <a:t>policy</a:t>
            </a:r>
            <a:endParaRPr sz="1300" b="1" i="0" dirty="0">
              <a:solidFill>
                <a:srgbClr val="FFFFFF"/>
              </a:solidFill>
              <a:latin typeface="Arial"/>
            </a:endParaRPr>
          </a:p>
        </p:txBody>
      </p:sp>
      <p:sp>
        <p:nvSpPr>
          <p:cNvPr id="12" name="Case card 2"/>
          <p:cNvSpPr/>
          <p:nvPr/>
        </p:nvSpPr>
        <p:spPr>
          <a:xfrm>
            <a:off x="4306824" y="1463040"/>
            <a:ext cx="3575304" cy="4800600"/>
          </a:xfrm>
          <a:prstGeom prst="roundRect">
            <a:avLst>
              <a:gd name="adj" fmla="val 6000"/>
            </a:avLst>
          </a:prstGeom>
          <a:solidFill>
            <a:srgbClr val="CE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Case badge 2"/>
          <p:cNvSpPr/>
          <p:nvPr/>
        </p:nvSpPr>
        <p:spPr>
          <a:xfrm>
            <a:off x="4489704" y="1645920"/>
            <a:ext cx="502920" cy="502920"/>
          </a:xfrm>
          <a:prstGeom prst="ellipse">
            <a:avLst/>
          </a:prstGeom>
          <a:solidFill>
            <a:srgbClr val="FFB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800" b="1" i="0">
                <a:solidFill>
                  <a:srgbClr val="000F47"/>
                </a:solidFill>
                <a:latin typeface="Arial"/>
              </a:rPr>
              <a:t>2</a:t>
            </a:r>
          </a:p>
        </p:txBody>
      </p:sp>
      <p:sp>
        <p:nvSpPr>
          <p:cNvPr id="14" name="Case title 2"/>
          <p:cNvSpPr txBox="1"/>
          <p:nvPr/>
        </p:nvSpPr>
        <p:spPr>
          <a:xfrm>
            <a:off x="5129784" y="1600200"/>
            <a:ext cx="2615184" cy="594360"/>
          </a:xfrm>
          <a:prstGeom prst="rect">
            <a:avLst/>
          </a:prstGeom>
          <a:noFill/>
        </p:spPr>
        <p:txBody>
          <a:bodyPr wrap="square" lIns="0" tIns="0" rIns="0" bIns="0" anchor="ctr">
            <a:spAutoFit/>
          </a:bodyPr>
          <a:lstStyle/>
          <a:p>
            <a:pPr algn="l">
              <a:spcAft>
                <a:spcPts val="0"/>
              </a:spcAft>
            </a:pPr>
            <a:r>
              <a:rPr sz="1800" b="1" i="0">
                <a:solidFill>
                  <a:srgbClr val="000F47"/>
                </a:solidFill>
                <a:latin typeface="Arial"/>
              </a:rPr>
              <a:t>Base case</a:t>
            </a:r>
          </a:p>
          <a:p>
            <a:pPr algn="l">
              <a:spcAft>
                <a:spcPts val="0"/>
              </a:spcAft>
            </a:pPr>
            <a:r>
              <a:rPr sz="1300" b="1" i="0">
                <a:solidFill>
                  <a:srgbClr val="0B4BFF"/>
                </a:solidFill>
                <a:latin typeface="Arial"/>
              </a:rPr>
              <a:t>Next step</a:t>
            </a:r>
          </a:p>
        </p:txBody>
      </p:sp>
      <p:sp>
        <p:nvSpPr>
          <p:cNvPr id="15" name="Case text 2"/>
          <p:cNvSpPr txBox="1"/>
          <p:nvPr/>
        </p:nvSpPr>
        <p:spPr>
          <a:xfrm>
            <a:off x="4489704" y="2331720"/>
            <a:ext cx="3209544" cy="1526059"/>
          </a:xfrm>
          <a:prstGeom prst="rect">
            <a:avLst/>
          </a:prstGeom>
          <a:noFill/>
        </p:spPr>
        <p:txBody>
          <a:bodyPr wrap="square" lIns="0" tIns="0" rIns="0" bIns="0" anchor="t">
            <a:spAutoFit/>
          </a:bodyPr>
          <a:lstStyle/>
          <a:p>
            <a:pPr algn="l">
              <a:spcAft>
                <a:spcPts val="100"/>
              </a:spcAft>
            </a:pPr>
            <a:r>
              <a:rPr sz="1100" b="1" i="0" dirty="0">
                <a:solidFill>
                  <a:srgbClr val="7B7974"/>
                </a:solidFill>
                <a:latin typeface="Arial"/>
              </a:rPr>
              <a:t>SETTING</a:t>
            </a:r>
          </a:p>
          <a:p>
            <a:pPr algn="l">
              <a:spcAft>
                <a:spcPts val="700"/>
              </a:spcAft>
            </a:pPr>
            <a:r>
              <a:rPr sz="1300" b="0" i="0" dirty="0">
                <a:solidFill>
                  <a:srgbClr val="000F47"/>
                </a:solidFill>
                <a:latin typeface="Arial"/>
              </a:rPr>
              <a:t>As in the base-base case.</a:t>
            </a:r>
          </a:p>
          <a:p>
            <a:pPr algn="l">
              <a:spcAft>
                <a:spcPts val="100"/>
              </a:spcAft>
            </a:pPr>
            <a:r>
              <a:rPr sz="1100" b="1" i="0" dirty="0">
                <a:solidFill>
                  <a:srgbClr val="7B7974"/>
                </a:solidFill>
                <a:latin typeface="Arial"/>
              </a:rPr>
              <a:t>QUESTION</a:t>
            </a:r>
          </a:p>
          <a:p>
            <a:pPr algn="l">
              <a:spcAft>
                <a:spcPts val="700"/>
              </a:spcAft>
            </a:pPr>
            <a:r>
              <a:rPr sz="1300" b="0" i="0" dirty="0">
                <a:solidFill>
                  <a:srgbClr val="000F47"/>
                </a:solidFill>
                <a:latin typeface="Arial"/>
              </a:rPr>
              <a:t>What is the optimal bond allocation, given the spread and the remaining horizon?</a:t>
            </a:r>
          </a:p>
          <a:p>
            <a:pPr algn="l">
              <a:spcAft>
                <a:spcPts val="100"/>
              </a:spcAft>
            </a:pPr>
            <a:r>
              <a:rPr sz="1100" b="1" i="0" dirty="0">
                <a:solidFill>
                  <a:srgbClr val="7B7974"/>
                </a:solidFill>
                <a:latin typeface="Arial"/>
              </a:rPr>
              <a:t>METHOD</a:t>
            </a:r>
          </a:p>
          <a:p>
            <a:pPr algn="l">
              <a:spcAft>
                <a:spcPts val="700"/>
              </a:spcAft>
            </a:pPr>
            <a:r>
              <a:rPr sz="1300" b="0" i="0" dirty="0">
                <a:solidFill>
                  <a:srgbClr val="000F47"/>
                </a:solidFill>
                <a:latin typeface="Arial"/>
              </a:rPr>
              <a:t>HJB equation; </a:t>
            </a:r>
            <a:r>
              <a:rPr lang="en-US" sz="1300" b="0" i="0" dirty="0">
                <a:solidFill>
                  <a:srgbClr val="000F47"/>
                </a:solidFill>
                <a:latin typeface="Arial"/>
              </a:rPr>
              <a:t>analytical derivation</a:t>
            </a:r>
            <a:r>
              <a:rPr sz="1300" b="0" i="0" dirty="0">
                <a:solidFill>
                  <a:srgbClr val="000F47"/>
                </a:solidFill>
                <a:latin typeface="Arial"/>
              </a:rPr>
              <a:t>.</a:t>
            </a:r>
          </a:p>
        </p:txBody>
      </p:sp>
      <p:sp>
        <p:nvSpPr>
          <p:cNvPr id="17" name="Case solution 2"/>
          <p:cNvSpPr/>
          <p:nvPr/>
        </p:nvSpPr>
        <p:spPr>
          <a:xfrm>
            <a:off x="4489704" y="5696712"/>
            <a:ext cx="3209544" cy="384048"/>
          </a:xfrm>
          <a:prstGeom prst="roundRect">
            <a:avLst>
              <a:gd name="adj" fmla="val 50000"/>
            </a:avLst>
          </a:prstGeom>
          <a:solidFill>
            <a:srgbClr val="000F4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0"/>
              </a:spcAft>
            </a:pPr>
            <a:r>
              <a:rPr sz="1300" b="1" i="0">
                <a:solidFill>
                  <a:srgbClr val="FFFFFF"/>
                </a:solidFill>
                <a:latin typeface="Arial"/>
              </a:rPr>
              <a:t>Solution: analytical</a:t>
            </a:r>
          </a:p>
        </p:txBody>
      </p:sp>
      <p:sp>
        <p:nvSpPr>
          <p:cNvPr id="18" name="Case card 3"/>
          <p:cNvSpPr/>
          <p:nvPr/>
        </p:nvSpPr>
        <p:spPr>
          <a:xfrm>
            <a:off x="8156448" y="1463040"/>
            <a:ext cx="3575304" cy="4800600"/>
          </a:xfrm>
          <a:prstGeom prst="roundRect">
            <a:avLst>
              <a:gd name="adj" fmla="val 6000"/>
            </a:avLst>
          </a:prstGeom>
          <a:solidFill>
            <a:srgbClr val="CE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Case badge 3"/>
          <p:cNvSpPr/>
          <p:nvPr/>
        </p:nvSpPr>
        <p:spPr>
          <a:xfrm>
            <a:off x="8339327" y="1645920"/>
            <a:ext cx="502920" cy="502920"/>
          </a:xfrm>
          <a:prstGeom prst="ellipse">
            <a:avLst/>
          </a:prstGeom>
          <a:solidFill>
            <a:srgbClr val="FFB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0"/>
              </a:spcAft>
            </a:pPr>
            <a:r>
              <a:rPr sz="1800" b="1" i="0">
                <a:solidFill>
                  <a:srgbClr val="000F47"/>
                </a:solidFill>
                <a:latin typeface="Arial"/>
              </a:rPr>
              <a:t>3</a:t>
            </a:r>
          </a:p>
        </p:txBody>
      </p:sp>
      <p:sp>
        <p:nvSpPr>
          <p:cNvPr id="20" name="Case title 3"/>
          <p:cNvSpPr txBox="1"/>
          <p:nvPr/>
        </p:nvSpPr>
        <p:spPr>
          <a:xfrm>
            <a:off x="8979408" y="1600200"/>
            <a:ext cx="2615184" cy="594360"/>
          </a:xfrm>
          <a:prstGeom prst="rect">
            <a:avLst/>
          </a:prstGeom>
          <a:noFill/>
        </p:spPr>
        <p:txBody>
          <a:bodyPr wrap="square" lIns="0" tIns="0" rIns="0" bIns="0" anchor="ctr">
            <a:spAutoFit/>
          </a:bodyPr>
          <a:lstStyle/>
          <a:p>
            <a:pPr algn="l">
              <a:spcAft>
                <a:spcPts val="0"/>
              </a:spcAft>
            </a:pPr>
            <a:r>
              <a:rPr sz="1800" b="1" i="0">
                <a:solidFill>
                  <a:srgbClr val="000F47"/>
                </a:solidFill>
                <a:latin typeface="Arial"/>
              </a:rPr>
              <a:t>General case</a:t>
            </a:r>
          </a:p>
          <a:p>
            <a:pPr algn="l">
              <a:spcAft>
                <a:spcPts val="0"/>
              </a:spcAft>
            </a:pPr>
            <a:r>
              <a:rPr sz="1300" b="1" i="0">
                <a:solidFill>
                  <a:srgbClr val="0B4BFF"/>
                </a:solidFill>
                <a:latin typeface="Arial"/>
              </a:rPr>
              <a:t>Later stage</a:t>
            </a:r>
          </a:p>
        </p:txBody>
      </p:sp>
      <p:sp>
        <p:nvSpPr>
          <p:cNvPr id="21" name="Case text 3"/>
          <p:cNvSpPr txBox="1"/>
          <p:nvPr/>
        </p:nvSpPr>
        <p:spPr>
          <a:xfrm>
            <a:off x="8339327" y="2331720"/>
            <a:ext cx="3209544" cy="2326278"/>
          </a:xfrm>
          <a:prstGeom prst="rect">
            <a:avLst/>
          </a:prstGeom>
          <a:noFill/>
        </p:spPr>
        <p:txBody>
          <a:bodyPr wrap="square" lIns="0" tIns="0" rIns="0" bIns="0" anchor="t">
            <a:spAutoFit/>
          </a:bodyPr>
          <a:lstStyle/>
          <a:p>
            <a:pPr algn="l">
              <a:spcAft>
                <a:spcPts val="100"/>
              </a:spcAft>
            </a:pPr>
            <a:r>
              <a:rPr sz="1100" b="1" i="0" dirty="0">
                <a:solidFill>
                  <a:srgbClr val="7B7974"/>
                </a:solidFill>
                <a:latin typeface="Arial"/>
              </a:rPr>
              <a:t>SETTING</a:t>
            </a:r>
          </a:p>
          <a:p>
            <a:pPr algn="l">
              <a:spcAft>
                <a:spcPts val="700"/>
              </a:spcAft>
            </a:pPr>
            <a:r>
              <a:rPr sz="1300" b="0" i="0" dirty="0">
                <a:solidFill>
                  <a:srgbClr val="000F47"/>
                </a:solidFill>
                <a:latin typeface="Arial"/>
              </a:rPr>
              <a:t>Full model summary: β</a:t>
            </a:r>
            <a:r>
              <a:rPr sz="1300" b="0" i="0" baseline="-25000" dirty="0">
                <a:solidFill>
                  <a:srgbClr val="000F47"/>
                </a:solidFill>
                <a:latin typeface="Arial"/>
              </a:rPr>
              <a:t>t</a:t>
            </a:r>
            <a:r>
              <a:rPr sz="1300" b="0" i="0" dirty="0">
                <a:solidFill>
                  <a:srgbClr val="000F47"/>
                </a:solidFill>
                <a:latin typeface="Arial"/>
              </a:rPr>
              <a:t>, </a:t>
            </a:r>
            <a:r>
              <a:rPr sz="1300" b="0" i="0" dirty="0" err="1">
                <a:solidFill>
                  <a:srgbClr val="000F47"/>
                </a:solidFill>
                <a:latin typeface="Arial"/>
              </a:rPr>
              <a:t>ω</a:t>
            </a:r>
            <a:r>
              <a:rPr sz="1300" b="0" i="0" baseline="-25000" dirty="0" err="1">
                <a:solidFill>
                  <a:srgbClr val="000F47"/>
                </a:solidFill>
                <a:latin typeface="Arial"/>
              </a:rPr>
              <a:t>t</a:t>
            </a:r>
            <a:r>
              <a:rPr sz="1300" b="0" i="0" dirty="0">
                <a:solidFill>
                  <a:srgbClr val="000F47"/>
                </a:solidFill>
                <a:latin typeface="Arial"/>
              </a:rPr>
              <a:t>, </a:t>
            </a:r>
            <a:r>
              <a:rPr sz="1300" b="0" i="0" dirty="0" err="1">
                <a:solidFill>
                  <a:srgbClr val="000F47"/>
                </a:solidFill>
                <a:latin typeface="Arial"/>
              </a:rPr>
              <a:t>θ</a:t>
            </a:r>
            <a:r>
              <a:rPr sz="1300" b="0" i="0" baseline="-25000" dirty="0" err="1">
                <a:solidFill>
                  <a:srgbClr val="000F47"/>
                </a:solidFill>
                <a:latin typeface="Arial"/>
              </a:rPr>
              <a:t>E,t</a:t>
            </a:r>
            <a:r>
              <a:rPr sz="1300" b="0" i="0" dirty="0">
                <a:solidFill>
                  <a:srgbClr val="000F47"/>
                </a:solidFill>
                <a:latin typeface="Arial"/>
              </a:rPr>
              <a:t> follow the fund's life-cycle rules; </a:t>
            </a:r>
            <a:r>
              <a:rPr sz="1300" b="0" i="0" dirty="0" err="1">
                <a:solidFill>
                  <a:srgbClr val="000F47"/>
                </a:solidFill>
                <a:latin typeface="Arial"/>
              </a:rPr>
              <a:t>Itô</a:t>
            </a:r>
            <a:r>
              <a:rPr sz="1300" b="0" i="0" dirty="0">
                <a:solidFill>
                  <a:srgbClr val="000F47"/>
                </a:solidFill>
                <a:latin typeface="Arial"/>
              </a:rPr>
              <a:t> terms, rate model and spread limit</a:t>
            </a:r>
            <a:r>
              <a:rPr lang="en-US" sz="1300" b="0" i="0" dirty="0">
                <a:solidFill>
                  <a:srgbClr val="000F47"/>
                </a:solidFill>
                <a:latin typeface="Arial"/>
              </a:rPr>
              <a:t> incorporated in model</a:t>
            </a:r>
            <a:r>
              <a:rPr sz="1300" b="0" i="0" dirty="0">
                <a:solidFill>
                  <a:srgbClr val="000F47"/>
                </a:solidFill>
                <a:latin typeface="Arial"/>
              </a:rPr>
              <a:t>.</a:t>
            </a:r>
          </a:p>
          <a:p>
            <a:pPr algn="l">
              <a:spcAft>
                <a:spcPts val="100"/>
              </a:spcAft>
            </a:pPr>
            <a:r>
              <a:rPr sz="1100" b="1" i="0" dirty="0">
                <a:solidFill>
                  <a:srgbClr val="7B7974"/>
                </a:solidFill>
                <a:latin typeface="Arial"/>
              </a:rPr>
              <a:t>QUESTION</a:t>
            </a:r>
          </a:p>
          <a:p>
            <a:pPr algn="l">
              <a:spcAft>
                <a:spcPts val="700"/>
              </a:spcAft>
            </a:pPr>
            <a:r>
              <a:rPr sz="1300" b="0" i="0" dirty="0">
                <a:solidFill>
                  <a:srgbClr val="000F47"/>
                </a:solidFill>
                <a:latin typeface="Arial"/>
              </a:rPr>
              <a:t>What is the optimal overlay over the whole life cycle</a:t>
            </a:r>
            <a:r>
              <a:rPr lang="en-US" sz="1300" b="0" i="0" dirty="0">
                <a:solidFill>
                  <a:srgbClr val="000F47"/>
                </a:solidFill>
                <a:latin typeface="Arial"/>
              </a:rPr>
              <a:t>, taking into account equity as well as mismatch risk</a:t>
            </a:r>
            <a:r>
              <a:rPr sz="1300" b="0" i="0" dirty="0">
                <a:solidFill>
                  <a:srgbClr val="000F47"/>
                </a:solidFill>
                <a:latin typeface="Arial"/>
              </a:rPr>
              <a:t>?</a:t>
            </a:r>
          </a:p>
          <a:p>
            <a:pPr algn="l">
              <a:spcAft>
                <a:spcPts val="100"/>
              </a:spcAft>
            </a:pPr>
            <a:r>
              <a:rPr sz="1100" b="1" i="0" dirty="0">
                <a:solidFill>
                  <a:srgbClr val="7B7974"/>
                </a:solidFill>
                <a:latin typeface="Arial"/>
              </a:rPr>
              <a:t>METHOD</a:t>
            </a:r>
          </a:p>
          <a:p>
            <a:pPr algn="l">
              <a:spcAft>
                <a:spcPts val="700"/>
              </a:spcAft>
            </a:pPr>
            <a:r>
              <a:rPr lang="en-US" sz="1300" b="0" i="0" dirty="0">
                <a:solidFill>
                  <a:srgbClr val="000F47"/>
                </a:solidFill>
                <a:latin typeface="Arial"/>
              </a:rPr>
              <a:t>Numerical methods, e.g. dynamic programming.</a:t>
            </a:r>
            <a:endParaRPr sz="1300" b="0" i="0" dirty="0">
              <a:solidFill>
                <a:srgbClr val="000F47"/>
              </a:solidFill>
              <a:latin typeface="Arial"/>
            </a:endParaRPr>
          </a:p>
        </p:txBody>
      </p:sp>
      <p:sp>
        <p:nvSpPr>
          <p:cNvPr id="22" name="Case solution 3"/>
          <p:cNvSpPr/>
          <p:nvPr/>
        </p:nvSpPr>
        <p:spPr>
          <a:xfrm>
            <a:off x="8339327" y="5696712"/>
            <a:ext cx="3209544" cy="384048"/>
          </a:xfrm>
          <a:prstGeom prst="roundRect">
            <a:avLst>
              <a:gd name="adj" fmla="val 50000"/>
            </a:avLst>
          </a:prstGeom>
          <a:solidFill>
            <a:srgbClr val="000F4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ctr">
              <a:spcAft>
                <a:spcPts val="0"/>
              </a:spcAft>
            </a:pPr>
            <a:r>
              <a:rPr sz="1300" b="1" i="0">
                <a:solidFill>
                  <a:srgbClr val="FFFFFF"/>
                </a:solidFill>
                <a:latin typeface="Arial"/>
              </a:rPr>
              <a:t>Solution: numerical</a:t>
            </a:r>
          </a:p>
        </p:txBody>
      </p:sp>
    </p:spTree>
    <p:extLst>
      <p:ext uri="{BB962C8B-B14F-4D97-AF65-F5344CB8AC3E}">
        <p14:creationId xmlns:p14="http://schemas.microsoft.com/office/powerpoint/2010/main" val="1613702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E3CBA7D-34E1-F840-AF24-4C32DC61680E}"/>
            </a:ext>
          </a:extLst>
        </p:cNvPr>
        <p:cNvGrpSpPr/>
        <p:nvPr/>
      </p:nvGrpSpPr>
      <p:grpSpPr>
        <a:xfrm>
          <a:off x="0" y="0"/>
          <a:ext cx="0" cy="0"/>
          <a:chOff x="0" y="0"/>
          <a:chExt cx="0" cy="0"/>
        </a:xfrm>
      </p:grpSpPr>
      <p:sp>
        <p:nvSpPr>
          <p:cNvPr id="16" name="Text Placeholder 15">
            <a:extLst>
              <a:ext uri="{FF2B5EF4-FFF2-40B4-BE49-F238E27FC236}">
                <a16:creationId xmlns:a16="http://schemas.microsoft.com/office/drawing/2014/main" id="{C4838989-C99C-415C-3433-785917D24B28}"/>
              </a:ext>
            </a:extLst>
          </p:cNvPr>
          <p:cNvSpPr>
            <a:spLocks noGrp="1"/>
          </p:cNvSpPr>
          <p:nvPr>
            <p:ph type="body" sz="quarter" idx="12"/>
          </p:nvPr>
        </p:nvSpPr>
        <p:spPr/>
        <p:txBody>
          <a:bodyPr/>
          <a:lstStyle/>
          <a:p>
            <a:endParaRPr lang="en-NL"/>
          </a:p>
        </p:txBody>
      </p:sp>
      <p:sp>
        <p:nvSpPr>
          <p:cNvPr id="24" name="Title 23">
            <a:extLst>
              <a:ext uri="{FF2B5EF4-FFF2-40B4-BE49-F238E27FC236}">
                <a16:creationId xmlns:a16="http://schemas.microsoft.com/office/drawing/2014/main" id="{DC2A36D2-416D-E6BD-70FA-F27BD41B0A65}"/>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7785823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MMCOA_TEMPLATE" val="MAR2026.Classic16x9"/>
  <p:tag name="MMCOA_TEMPLATEVERSION" val="10.2"/>
  <p:tag name="MMCOA_UI_LANGUAGE" val="en-GB"/>
  <p:tag name="MMCOA_BASECO" val="MER"/>
  <p:tag name="MMCOA_REGCO" val="322"/>
  <p:tag name="MMCOA_BRAND" val="MAR2026"/>
  <p:tag name="MMCOA_FEATURESET" val="MAR_2026_v1"/>
  <p:tag name="MMCOA_LANGUAGE" val="nl"/>
  <p:tag name="MMCOA_LANGUAGEDATEFORMAT" val="d MMMM yyyy"/>
  <p:tag name="MMCOA_LANGUAGELOCALEID" val="1043"/>
</p:tagLst>
</file>

<file path=ppt/theme/theme1.xml><?xml version="1.0" encoding="utf-8"?>
<a:theme xmlns:a="http://schemas.openxmlformats.org/drawingml/2006/main" name="MARSH">
  <a:themeElements>
    <a:clrScheme name="MARSH">
      <a:dk1>
        <a:srgbClr val="000F47"/>
      </a:dk1>
      <a:lt1>
        <a:srgbClr val="FFFFFF"/>
      </a:lt1>
      <a:dk2>
        <a:srgbClr val="7B7974"/>
      </a:dk2>
      <a:lt2>
        <a:srgbClr val="CEECFF"/>
      </a:lt2>
      <a:accent1>
        <a:srgbClr val="000F47"/>
      </a:accent1>
      <a:accent2>
        <a:srgbClr val="0B4BFF"/>
      </a:accent2>
      <a:accent3>
        <a:srgbClr val="82BAFF"/>
      </a:accent3>
      <a:accent4>
        <a:srgbClr val="CEECFF"/>
      </a:accent4>
      <a:accent5>
        <a:srgbClr val="FFBF00"/>
      </a:accent5>
      <a:accent6>
        <a:srgbClr val="B9B6B1"/>
      </a:accent6>
      <a:hlink>
        <a:srgbClr val="004CFF"/>
      </a:hlink>
      <a:folHlink>
        <a:srgbClr val="7B7974"/>
      </a:folHlink>
    </a:clrScheme>
    <a:fontScheme name="Marsh 2026">
      <a:majorFont>
        <a:latin typeface="Georgia Pro Light"/>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rtlCol="0" anchor="ctr"/>
      <a:lstStyle>
        <a:defPPr algn="ctr">
          <a:defRPr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a:defPPr>
      </a:lstStyle>
    </a:txDef>
  </a:objectDefaults>
  <a:extraClrSchemeLst/>
  <a:custClrLst>
    <a:custClr name="Blue 1">
      <a:srgbClr val="000F47"/>
    </a:custClr>
    <a:custClr name="Blue 2">
      <a:srgbClr val="0B4BFF"/>
    </a:custClr>
    <a:custClr name="Blue 3">
      <a:srgbClr val="82BAFF"/>
    </a:custClr>
    <a:custClr name="Blue 4">
      <a:srgbClr val="CEECFF"/>
    </a:custClr>
    <a:custClr name="Amber 1">
      <a:srgbClr val="CB7E03"/>
    </a:custClr>
    <a:custClr name="Amber 2">
      <a:srgbClr val="FFBF00"/>
    </a:custClr>
    <a:custClr name="Amber 3">
      <a:srgbClr val="FFD98A"/>
    </a:custClr>
    <a:custClr name="Amber 4">
      <a:srgbClr val="FFF3DA"/>
    </a:custClr>
    <a:custClr name="White Spacer 1">
      <a:srgbClr val="FFFFFF"/>
    </a:custClr>
    <a:custClr name="White Spacer 2">
      <a:srgbClr val="FFFFFF"/>
    </a:custClr>
    <a:custClr name="Purple 1">
      <a:srgbClr val="5E017F"/>
    </a:custClr>
    <a:custClr name="Purple 2">
      <a:srgbClr val="8F20DE"/>
    </a:custClr>
    <a:custClr name="Purple 3">
      <a:srgbClr val="DEB1FF"/>
    </a:custClr>
    <a:custClr name="Purple 4">
      <a:srgbClr val="F5E8FF"/>
    </a:custClr>
    <a:custClr name="Green 1">
      <a:srgbClr val="2F7500"/>
    </a:custClr>
    <a:custClr name="Green 2">
      <a:srgbClr val="6ABF30"/>
    </a:custClr>
    <a:custClr name="Green 3">
      <a:srgbClr val="B0DC92"/>
    </a:custClr>
    <a:custClr name="Green 4">
      <a:srgbClr val="DFECD7"/>
    </a:custClr>
    <a:custClr name="White Spacer 3">
      <a:srgbClr val="FFFFFF"/>
    </a:custClr>
    <a:custClr name="White Spacer 4">
      <a:srgbClr val="FFFFFF"/>
    </a:custClr>
    <a:custClr name="Grey 1">
      <a:srgbClr val="3D3C37"/>
    </a:custClr>
    <a:custClr name="Grey 2">
      <a:srgbClr val="7B7974"/>
    </a:custClr>
    <a:custClr name="Grey 3">
      <a:srgbClr val="B9B6B1"/>
    </a:custClr>
    <a:custClr name="Grey 4">
      <a:srgbClr val="F7F3EE"/>
    </a:custClr>
    <a:custClr name="Functional Red">
      <a:srgbClr val="C53532"/>
    </a:custClr>
    <a:custClr name="Functional Green">
      <a:srgbClr val="2F7500"/>
    </a:custClr>
    <a:custClr name="Functional Amber">
      <a:srgbClr val="FFBF00"/>
    </a:custClr>
  </a:custClrLst>
  <a:extLst>
    <a:ext uri="{05A4C25C-085E-4340-85A3-A5531E510DB2}">
      <thm15:themeFamily xmlns:thm15="http://schemas.microsoft.com/office/thememl/2012/main" name="MAR2026.Classic16x9.potx" id="{217618F0-1523-4F33-8866-7F992285BD61}" vid="{7DEDBBE3-2A0C-4354-9A69-D9C604BF1E0A}"/>
    </a:ext>
  </a:extLst>
</a:theme>
</file>

<file path=ppt/theme/theme2.xml><?xml version="1.0" encoding="utf-8"?>
<a:theme xmlns:a="http://schemas.openxmlformats.org/drawingml/2006/main" name="MARSH">
  <a:themeElements>
    <a:clrScheme name="MARSH">
      <a:dk1>
        <a:srgbClr val="000F47"/>
      </a:dk1>
      <a:lt1>
        <a:srgbClr val="FFFFFF"/>
      </a:lt1>
      <a:dk2>
        <a:srgbClr val="7B7974"/>
      </a:dk2>
      <a:lt2>
        <a:srgbClr val="CEECFF"/>
      </a:lt2>
      <a:accent1>
        <a:srgbClr val="000F47"/>
      </a:accent1>
      <a:accent2>
        <a:srgbClr val="0B4BFF"/>
      </a:accent2>
      <a:accent3>
        <a:srgbClr val="82BAFF"/>
      </a:accent3>
      <a:accent4>
        <a:srgbClr val="CEECFF"/>
      </a:accent4>
      <a:accent5>
        <a:srgbClr val="FFBF00"/>
      </a:accent5>
      <a:accent6>
        <a:srgbClr val="B9B6B1"/>
      </a:accent6>
      <a:hlink>
        <a:srgbClr val="004CFF"/>
      </a:hlink>
      <a:folHlink>
        <a:srgbClr val="7B7974"/>
      </a:folHlink>
    </a:clrScheme>
    <a:fontScheme name="Marsh 2026">
      <a:majorFont>
        <a:latin typeface="Georgia Pro Light"/>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rtlCol="0" anchor="ctr"/>
      <a:lstStyle>
        <a:defPPr algn="ctr">
          <a:defRPr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a:defPPr>
      </a:lstStyle>
    </a:txDef>
  </a:objectDefaults>
  <a:extraClrSchemeLst/>
  <a:custClrLst>
    <a:custClr name="Blue 1">
      <a:srgbClr val="000F47"/>
    </a:custClr>
    <a:custClr name="Blue 2">
      <a:srgbClr val="0B4BFF"/>
    </a:custClr>
    <a:custClr name="Blue 3">
      <a:srgbClr val="82BAFF"/>
    </a:custClr>
    <a:custClr name="Blue 4">
      <a:srgbClr val="CEECFF"/>
    </a:custClr>
    <a:custClr name="Amber 1">
      <a:srgbClr val="CB7E03"/>
    </a:custClr>
    <a:custClr name="Amber 2">
      <a:srgbClr val="FFBF00"/>
    </a:custClr>
    <a:custClr name="Amber 3">
      <a:srgbClr val="FFD98A"/>
    </a:custClr>
    <a:custClr name="Amber 4">
      <a:srgbClr val="FFF3DA"/>
    </a:custClr>
    <a:custClr name="White Spacer 1">
      <a:srgbClr val="FFFFFF"/>
    </a:custClr>
    <a:custClr name="White Spacer 2">
      <a:srgbClr val="FFFFFF"/>
    </a:custClr>
    <a:custClr name="Purple 1">
      <a:srgbClr val="5E017F"/>
    </a:custClr>
    <a:custClr name="Purple 2">
      <a:srgbClr val="8F20DE"/>
    </a:custClr>
    <a:custClr name="Purple 3">
      <a:srgbClr val="DEB1FF"/>
    </a:custClr>
    <a:custClr name="Purple 4">
      <a:srgbClr val="F5E8FF"/>
    </a:custClr>
    <a:custClr name="Green 1">
      <a:srgbClr val="2F7500"/>
    </a:custClr>
    <a:custClr name="Green 2">
      <a:srgbClr val="6ABF30"/>
    </a:custClr>
    <a:custClr name="Green 3">
      <a:srgbClr val="B0DC92"/>
    </a:custClr>
    <a:custClr name="Green 4">
      <a:srgbClr val="DFECD7"/>
    </a:custClr>
    <a:custClr name="White Spacer 3">
      <a:srgbClr val="FFFFFF"/>
    </a:custClr>
    <a:custClr name="White Spacer 4">
      <a:srgbClr val="FFFFFF"/>
    </a:custClr>
    <a:custClr name="Grey 1">
      <a:srgbClr val="3D3C37"/>
    </a:custClr>
    <a:custClr name="Grey 2">
      <a:srgbClr val="7B7974"/>
    </a:custClr>
    <a:custClr name="Grey 3">
      <a:srgbClr val="B9B6B1"/>
    </a:custClr>
    <a:custClr name="Grey 4">
      <a:srgbClr val="F7F3EE"/>
    </a:custClr>
    <a:custClr name="Functional Red">
      <a:srgbClr val="C53532"/>
    </a:custClr>
    <a:custClr name="Functional Green">
      <a:srgbClr val="2F7500"/>
    </a:custClr>
    <a:custClr name="Functional Amber">
      <a:srgbClr val="FFBF00"/>
    </a:custClr>
  </a:custClrLst>
  <a:extLst>
    <a:ext uri="{05A4C25C-085E-4340-85A3-A5531E510DB2}">
      <thm15:themeFamily xmlns:thm15="http://schemas.microsoft.com/office/thememl/2012/main" name="MAR2026.Classic16x9.potx" id="{217618F0-1523-4F33-8866-7F992285BD61}" vid="{7DEDBBE3-2A0C-4354-9A69-D9C604BF1E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821AB6D1-5E9F-4E9E-B1B3-662866D82B27}">
  <we:reference id="d67ec2f1-6921-4e9f-a2c7-5f5028d60415" version="1.0.0.1" store="EXCatalog" storeType="EXCatalog"/>
  <we:alternateReferences/>
  <we:properties>
    <we:property name="Office.AutoShowTaskpaneWithDocument" value="false"/>
  </we:properties>
  <we:bindings/>
  <we:snapshot xmlns:r="http://schemas.openxmlformats.org/officeDocument/2006/relationships"/>
</we:webextension>
</file>

<file path=ppt/webextensions/webextension2.xml><?xml version="1.0" encoding="utf-8"?>
<we:webextension xmlns:we="http://schemas.microsoft.com/office/webextensions/webextension/2010/11" id="{B3C97DD9-3FEA-4F34-A1AE-147AFDC53850}">
  <we:reference id="530e4aa5-1381-4248-ad81-740f232184fb" version="2026.10.5.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_rels/item133.xml.rels><?xml version="1.0" encoding="UTF-8" standalone="yes"?>
<Relationships xmlns="http://schemas.openxmlformats.org/package/2006/relationships"><Relationship Id="rId1" Type="http://schemas.openxmlformats.org/officeDocument/2006/relationships/customXmlProps" Target="itemProps133.xml"/></Relationships>
</file>

<file path=customXml/_rels/item134.xml.rels><?xml version="1.0" encoding="UTF-8" standalone="yes"?>
<Relationships xmlns="http://schemas.openxmlformats.org/package/2006/relationships"><Relationship Id="rId1" Type="http://schemas.openxmlformats.org/officeDocument/2006/relationships/customXmlProps" Target="itemProps134.xml"/></Relationships>
</file>

<file path=customXml/_rels/item135.xml.rels><?xml version="1.0" encoding="UTF-8" standalone="yes"?>
<Relationships xmlns="http://schemas.openxmlformats.org/package/2006/relationships"><Relationship Id="rId1" Type="http://schemas.openxmlformats.org/officeDocument/2006/relationships/customXmlProps" Target="itemProps135.xml"/></Relationships>
</file>

<file path=customXml/_rels/item136.xml.rels><?xml version="1.0" encoding="UTF-8" standalone="yes"?>
<Relationships xmlns="http://schemas.openxmlformats.org/package/2006/relationships"><Relationship Id="rId1" Type="http://schemas.openxmlformats.org/officeDocument/2006/relationships/customXmlProps" Target="itemProps136.xml"/></Relationships>
</file>

<file path=customXml/_rels/item137.xml.rels><?xml version="1.0" encoding="UTF-8" standalone="yes"?>
<Relationships xmlns="http://schemas.openxmlformats.org/package/2006/relationships"><Relationship Id="rId1" Type="http://schemas.openxmlformats.org/officeDocument/2006/relationships/customXmlProps" Target="itemProps137.xml"/></Relationships>
</file>

<file path=customXml/_rels/item138.xml.rels><?xml version="1.0" encoding="UTF-8" standalone="yes"?>
<Relationships xmlns="http://schemas.openxmlformats.org/package/2006/relationships"><Relationship Id="rId1" Type="http://schemas.openxmlformats.org/officeDocument/2006/relationships/customXmlProps" Target="itemProps138.xml"/></Relationships>
</file>

<file path=customXml/_rels/item139.xml.rels><?xml version="1.0" encoding="UTF-8" standalone="yes"?>
<Relationships xmlns="http://schemas.openxmlformats.org/package/2006/relationships"><Relationship Id="rId1" Type="http://schemas.openxmlformats.org/officeDocument/2006/relationships/customXmlProps" Target="itemProps139.xml"/></Relationships>
</file>

<file path=customXml/_rels/item140.xml.rels><?xml version="1.0" encoding="UTF-8" standalone="yes"?>
<Relationships xmlns="http://schemas.openxmlformats.org/package/2006/relationships"><Relationship Id="rId1" Type="http://schemas.openxmlformats.org/officeDocument/2006/relationships/customXmlProps" Target="itemProps140.xml"/></Relationships>
</file>

<file path=customXml/_rels/item141.xml.rels><?xml version="1.0" encoding="UTF-8" standalone="yes"?>
<Relationships xmlns="http://schemas.openxmlformats.org/package/2006/relationships"><Relationship Id="rId1" Type="http://schemas.openxmlformats.org/officeDocument/2006/relationships/customXmlProps" Target="itemProps141.xml"/></Relationships>
</file>

<file path=customXml/_rels/item142.xml.rels><?xml version="1.0" encoding="UTF-8" standalone="yes"?>
<Relationships xmlns="http://schemas.openxmlformats.org/package/2006/relationships"><Relationship Id="rId1" Type="http://schemas.openxmlformats.org/officeDocument/2006/relationships/customXmlProps" Target="itemProps142.xml"/></Relationships>
</file>

<file path=customXml/_rels/item143.xml.rels><?xml version="1.0" encoding="UTF-8" standalone="yes"?>
<Relationships xmlns="http://schemas.openxmlformats.org/package/2006/relationships"><Relationship Id="rId1" Type="http://schemas.openxmlformats.org/officeDocument/2006/relationships/customXmlProps" Target="itemProps143.xml"/></Relationships>
</file>

<file path=customXml/_rels/item144.xml.rels><?xml version="1.0" encoding="UTF-8" standalone="yes"?>
<Relationships xmlns="http://schemas.openxmlformats.org/package/2006/relationships"><Relationship Id="rId1" Type="http://schemas.openxmlformats.org/officeDocument/2006/relationships/customXmlProps" Target="itemProps144.xml"/></Relationships>
</file>

<file path=customXml/_rels/item145.xml.rels><?xml version="1.0" encoding="UTF-8" standalone="yes"?>
<Relationships xmlns="http://schemas.openxmlformats.org/package/2006/relationships"><Relationship Id="rId1" Type="http://schemas.openxmlformats.org/officeDocument/2006/relationships/customXmlProps" Target="itemProps145.xml"/></Relationships>
</file>

<file path=customXml/_rels/item146.xml.rels><?xml version="1.0" encoding="UTF-8" standalone="yes"?>
<Relationships xmlns="http://schemas.openxmlformats.org/package/2006/relationships"><Relationship Id="rId1" Type="http://schemas.openxmlformats.org/officeDocument/2006/relationships/customXmlProps" Target="itemProps146.xml"/></Relationships>
</file>

<file path=customXml/_rels/item147.xml.rels><?xml version="1.0" encoding="UTF-8" standalone="yes"?>
<Relationships xmlns="http://schemas.openxmlformats.org/package/2006/relationships"><Relationship Id="rId1" Type="http://schemas.openxmlformats.org/officeDocument/2006/relationships/customXmlProps" Target="itemProps147.xml"/></Relationships>
</file>

<file path=customXml/_rels/item148.xml.rels><?xml version="1.0" encoding="UTF-8" standalone="yes"?>
<Relationships xmlns="http://schemas.openxmlformats.org/package/2006/relationships"><Relationship Id="rId1" Type="http://schemas.openxmlformats.org/officeDocument/2006/relationships/customXmlProps" Target="itemProps148.xml"/></Relationships>
</file>

<file path=customXml/_rels/item149.xml.rels><?xml version="1.0" encoding="UTF-8" standalone="yes"?>
<Relationships xmlns="http://schemas.openxmlformats.org/package/2006/relationships"><Relationship Id="rId1" Type="http://schemas.openxmlformats.org/officeDocument/2006/relationships/customXmlProps" Target="itemProps149.xml"/></Relationships>
</file>

<file path=customXml/_rels/item150.xml.rels><?xml version="1.0" encoding="UTF-8" standalone="yes"?>
<Relationships xmlns="http://schemas.openxmlformats.org/package/2006/relationships"><Relationship Id="rId1" Type="http://schemas.openxmlformats.org/officeDocument/2006/relationships/customXmlProps" Target="itemProps150.xml"/></Relationships>
</file>

<file path=customXml/_rels/item151.xml.rels><?xml version="1.0" encoding="UTF-8" standalone="yes"?>
<Relationships xmlns="http://schemas.openxmlformats.org/package/2006/relationships"><Relationship Id="rId1" Type="http://schemas.openxmlformats.org/officeDocument/2006/relationships/customXmlProps" Target="itemProps151.xml"/></Relationships>
</file>

<file path=customXml/_rels/item152.xml.rels><?xml version="1.0" encoding="UTF-8" standalone="yes"?>
<Relationships xmlns="http://schemas.openxmlformats.org/package/2006/relationships"><Relationship Id="rId1" Type="http://schemas.openxmlformats.org/officeDocument/2006/relationships/customXmlProps" Target="itemProps152.xml"/></Relationships>
</file>

<file path=customXml/_rels/item153.xml.rels><?xml version="1.0" encoding="UTF-8" standalone="yes"?>
<Relationships xmlns="http://schemas.openxmlformats.org/package/2006/relationships"><Relationship Id="rId1" Type="http://schemas.openxmlformats.org/officeDocument/2006/relationships/customXmlProps" Target="itemProps153.xml"/></Relationships>
</file>

<file path=customXml/_rels/item154.xml.rels><?xml version="1.0" encoding="UTF-8" standalone="yes"?>
<Relationships xmlns="http://schemas.openxmlformats.org/package/2006/relationships"><Relationship Id="rId1" Type="http://schemas.openxmlformats.org/officeDocument/2006/relationships/customXmlProps" Target="itemProps154.xml"/></Relationships>
</file>

<file path=customXml/_rels/item155.xml.rels><?xml version="1.0" encoding="UTF-8" standalone="yes"?>
<Relationships xmlns="http://schemas.openxmlformats.org/package/2006/relationships"><Relationship Id="rId1" Type="http://schemas.openxmlformats.org/officeDocument/2006/relationships/customXmlProps" Target="itemProps155.xml"/></Relationships>
</file>

<file path=customXml/_rels/item156.xml.rels><?xml version="1.0" encoding="UTF-8" standalone="yes"?>
<Relationships xmlns="http://schemas.openxmlformats.org/package/2006/relationships"><Relationship Id="rId1" Type="http://schemas.openxmlformats.org/officeDocument/2006/relationships/customXmlProps" Target="itemProps156.xml"/></Relationships>
</file>

<file path=customXml/_rels/item157.xml.rels><?xml version="1.0" encoding="UTF-8" standalone="yes"?>
<Relationships xmlns="http://schemas.openxmlformats.org/package/2006/relationships"><Relationship Id="rId1" Type="http://schemas.openxmlformats.org/officeDocument/2006/relationships/customXmlProps" Target="itemProps157.xml"/></Relationships>
</file>

<file path=customXml/_rels/item158.xml.rels><?xml version="1.0" encoding="UTF-8" standalone="yes"?>
<Relationships xmlns="http://schemas.openxmlformats.org/package/2006/relationships"><Relationship Id="rId1" Type="http://schemas.openxmlformats.org/officeDocument/2006/relationships/customXmlProps" Target="itemProps158.xml"/></Relationships>
</file>

<file path=customXml/_rels/item159.xml.rels><?xml version="1.0" encoding="UTF-8" standalone="yes"?>
<Relationships xmlns="http://schemas.openxmlformats.org/package/2006/relationships"><Relationship Id="rId1" Type="http://schemas.openxmlformats.org/officeDocument/2006/relationships/customXmlProps" Target="itemProps159.xml"/></Relationships>
</file>

<file path=customXml/_rels/item160.xml.rels><?xml version="1.0" encoding="UTF-8" standalone="yes"?>
<Relationships xmlns="http://schemas.openxmlformats.org/package/2006/relationships"><Relationship Id="rId1" Type="http://schemas.openxmlformats.org/officeDocument/2006/relationships/customXmlProps" Target="itemProps160.xml"/></Relationships>
</file>

<file path=customXml/_rels/item161.xml.rels><?xml version="1.0" encoding="UTF-8" standalone="yes"?>
<Relationships xmlns="http://schemas.openxmlformats.org/package/2006/relationships"><Relationship Id="rId1" Type="http://schemas.openxmlformats.org/officeDocument/2006/relationships/customXmlProps" Target="itemProps161.xml"/></Relationships>
</file>

<file path=customXml/_rels/item162.xml.rels><?xml version="1.0" encoding="UTF-8" standalone="yes"?>
<Relationships xmlns="http://schemas.openxmlformats.org/package/2006/relationships"><Relationship Id="rId1" Type="http://schemas.openxmlformats.org/officeDocument/2006/relationships/customXmlProps" Target="itemProps162.xml"/></Relationships>
</file>

<file path=customXml/_rels/item163.xml.rels><?xml version="1.0" encoding="UTF-8" standalone="yes"?>
<Relationships xmlns="http://schemas.openxmlformats.org/package/2006/relationships"><Relationship Id="rId1" Type="http://schemas.openxmlformats.org/officeDocument/2006/relationships/customXmlProps" Target="itemProps163.xml"/></Relationships>
</file>

<file path=customXml/_rels/item164.xml.rels><?xml version="1.0" encoding="UTF-8" standalone="yes"?>
<Relationships xmlns="http://schemas.openxmlformats.org/package/2006/relationships"><Relationship Id="rId1" Type="http://schemas.openxmlformats.org/officeDocument/2006/relationships/customXmlProps" Target="itemProps164.xml"/></Relationships>
</file>

<file path=customXml/_rels/item165.xml.rels><?xml version="1.0" encoding="UTF-8" standalone="yes"?>
<Relationships xmlns="http://schemas.openxmlformats.org/package/2006/relationships"><Relationship Id="rId1" Type="http://schemas.openxmlformats.org/officeDocument/2006/relationships/customXmlProps" Target="itemProps165.xml"/></Relationships>
</file>

<file path=customXml/_rels/item166.xml.rels><?xml version="1.0" encoding="UTF-8" standalone="yes"?>
<Relationships xmlns="http://schemas.openxmlformats.org/package/2006/relationships"><Relationship Id="rId1" Type="http://schemas.openxmlformats.org/officeDocument/2006/relationships/customXmlProps" Target="itemProps166.xml"/></Relationships>
</file>

<file path=customXml/_rels/item167.xml.rels><?xml version="1.0" encoding="UTF-8" standalone="yes"?>
<Relationships xmlns="http://schemas.openxmlformats.org/package/2006/relationships"><Relationship Id="rId1" Type="http://schemas.openxmlformats.org/officeDocument/2006/relationships/customXmlProps" Target="itemProps167.xml"/></Relationships>
</file>

<file path=customXml/_rels/item168.xml.rels><?xml version="1.0" encoding="UTF-8" standalone="yes"?>
<Relationships xmlns="http://schemas.openxmlformats.org/package/2006/relationships"><Relationship Id="rId1" Type="http://schemas.openxmlformats.org/officeDocument/2006/relationships/customXmlProps" Target="itemProps168.xml"/></Relationships>
</file>

<file path=customXml/_rels/item169.xml.rels><?xml version="1.0" encoding="UTF-8" standalone="yes"?>
<Relationships xmlns="http://schemas.openxmlformats.org/package/2006/relationships"><Relationship Id="rId1" Type="http://schemas.openxmlformats.org/officeDocument/2006/relationships/customXmlProps" Target="itemProps169.xml"/></Relationships>
</file>

<file path=customXml/_rels/item170.xml.rels><?xml version="1.0" encoding="UTF-8" standalone="yes"?>
<Relationships xmlns="http://schemas.openxmlformats.org/package/2006/relationships"><Relationship Id="rId1" Type="http://schemas.openxmlformats.org/officeDocument/2006/relationships/customXmlProps" Target="itemProps170.xml"/></Relationships>
</file>

<file path=customXml/_rels/item171.xml.rels><?xml version="1.0" encoding="UTF-8" standalone="yes"?>
<Relationships xmlns="http://schemas.openxmlformats.org/package/2006/relationships"><Relationship Id="rId1" Type="http://schemas.openxmlformats.org/officeDocument/2006/relationships/customXmlProps" Target="itemProps171.xml"/></Relationships>
</file>

<file path=customXml/item1.xml>��
</file>

<file path=customXml/item2.xml>��
</file>

<file path=customXml/item3.xml>��
</file>

<file path=customXml/item4.xml>��
</file>

<file path=customXml/item5.xml>��
</file>

<file path=customXml/item6.xml>��
</file>

<file path=customXml/item7.xml>��
</file>

<file path=customXml/item8.xml>��
</file>

<file path=customXml/item9.xml>��
</file>

<file path=customXml/item10.xml>��
</file>

<file path=customXml/item11.xml>��
</file>

<file path=customXml/item12.xml><?xml version="1.0" encoding="utf-8"?>
<p:properties xmlns:p="http://schemas.microsoft.com/office/2006/metadata/properties" xmlns:xsi="http://www.w3.org/2001/XMLSchema-instance" xmlns:pc="http://schemas.microsoft.com/office/infopath/2007/PartnerControls">
  <documentManagement>
    <TaxCatchAll xmlns="86b881a3-52d1-4298-aaff-87dd4465a1ae" xsi:nil="true"/>
    <lcf76f155ced4ddcb4097134ff3c332f xmlns="b74f866d-497c-4fe4-8321-43329f6be2d2">
      <Terms xmlns="http://schemas.microsoft.com/office/infopath/2007/PartnerControls"/>
    </lcf76f155ced4ddcb4097134ff3c332f>
  </documentManagement>
</p:properties>
</file>

<file path=customXml/item13.xml>��
</file>

<file path=customXml/item14.xml>��
</file>

<file path=customXml/item15.xml>��
</file>

<file path=customXml/item16.xml>��
</file>

<file path=customXml/item17.xml>��
</file>

<file path=customXml/item18.xml>��
</file>

<file path=customXml/item19.xml>��
</file>

<file path=customXml/item20.xml>��
</file>

<file path=customXml/item21.xml>��
</file>

<file path=customXml/item22.xml>��
</file>

<file path=customXml/item23.xml>��
</file>

<file path=customXml/item24.xml><?xml version="1.0" encoding="utf-8"?>
<?mso-contentType ?>
<FormTemplates xmlns="http://schemas.microsoft.com/sharepoint/v3/contenttype/forms">
  <Display>DocumentLibraryForm</Display>
  <Edit>DocumentLibraryForm</Edit>
  <New>DocumentLibraryForm</New>
</FormTemplates>
</file>

<file path=customXml/item25.xml>��
</file>

<file path=customXml/item26.xml>��
</file>

<file path=customXml/item27.xml>��
</file>

<file path=customXml/item28.xml>��
</file>

<file path=customXml/item29.xml>��
</file>

<file path=customXml/item30.xml><?xml version="1.0" encoding="utf-8"?>
<ct:contentTypeSchema xmlns:ct="http://schemas.microsoft.com/office/2006/metadata/contentType" xmlns:ma="http://schemas.microsoft.com/office/2006/metadata/properties/metaAttributes" ct:_="" ma:_="" ma:contentTypeName="Document" ma:contentTypeID="0x010100BE79181FE471AB40801860DFA8A2BA25" ma:contentTypeVersion="16" ma:contentTypeDescription="Create a new document." ma:contentTypeScope="" ma:versionID="263ba11b60184c6fd462e634f7340cdd">
  <xsd:schema xmlns:xsd="http://www.w3.org/2001/XMLSchema" xmlns:xs="http://www.w3.org/2001/XMLSchema" xmlns:p="http://schemas.microsoft.com/office/2006/metadata/properties" xmlns:ns2="b74f866d-497c-4fe4-8321-43329f6be2d2" xmlns:ns3="86b881a3-52d1-4298-aaff-87dd4465a1ae" targetNamespace="http://schemas.microsoft.com/office/2006/metadata/properties" ma:root="true" ma:fieldsID="d24ce300f273b4b016440acd883dbb1c" ns2:_="" ns3:_="">
    <xsd:import namespace="b74f866d-497c-4fe4-8321-43329f6be2d2"/>
    <xsd:import namespace="86b881a3-52d1-4298-aaff-87dd4465a1a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4f866d-497c-4fe4-8321-43329f6be2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2788c53-7e05-4f3c-88a0-b3a683d79628"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6b881a3-52d1-4298-aaff-87dd4465a1ae"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de2cd93-7f09-4d11-b5aa-424dde8d11a4}" ma:internalName="TaxCatchAll" ma:showField="CatchAllData" ma:web="86b881a3-52d1-4298-aaff-87dd4465a1ae">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1.xml>��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
</file>

<file path=customXml/item43.xml>��
</file>

<file path=customXml/item44.xml>��
</file>

<file path=customXml/item45.xml>��
</file>

<file path=customXml/item46.xml>��
</file>

<file path=customXml/item47.xml>��
</file>

<file path=customXml/item48.xml>��
</file>

<file path=customXml/item49.xml>��
</file>

<file path=customXml/item50.xml>��
</file>

<file path=customXml/item51.xml>��
</file>

<file path=customXml/item52.xml>��
</file>

<file path=customXml/item53.xml>��
</file>

<file path=customXml/item54.xml>��
</file>

<file path=customXml/item55.xml>��
</file>

<file path=customXml/item56.xml>��
</file>

<file path=customXml/item57.xml>��
</file>

<file path=customXml/item58.xml>��
</file>

<file path=customXml/item59.xml>��
</file>

<file path=customXml/item60.xml>��
</file>

<file path=customXml/item61.xml>��
</file>

<file path=customXml/item62.xml>��
</file>

<file path=customXml/item63.xml>��
</file>

<file path=customXml/item64.xml>��
</file>

<file path=customXml/item65.xml>��
</file>

<file path=customXml/item66.xml>��
</file>

<file path=customXml/item67.xml>��
</file>

<file path=customXml/item68.xml>��
</file>

<file path=customXml/item69.xml>��
</file>

<file path=customXml/item70.xml>��
</file>

<file path=customXml/item71.xml>��
</file>

<file path=customXml/item72.xml>��
</file>

<file path=customXml/item73.xml>��
</file>

<file path=customXml/item74.xml>��
</file>

<file path=customXml/item75.xml>��
</file>

<file path=customXml/item76.xml>��
</file>

<file path=customXml/item77.xml>��
</file>

<file path=customXml/item78.xml>��
</file>

<file path=customXml/item79.xml>��
</file>

<file path=customXml/item80.xml>��
</file>

<file path=customXml/item81.xml>��
</file>

<file path=customXml/item82.xml>��
</file>

<file path=customXml/item83.xml>��
</file>

<file path=customXml/item84.xml>��
</file>

<file path=customXml/item85.xml>��
</file>

<file path=customXml/item86.xml>��
</file>

<file path=customXml/item87.xml>��
</file>

<file path=customXml/item88.xml>��
</file>

<file path=customXml/item89.xml>��
</file>

<file path=customXml/item90.xml>��
</file>

<file path=customXml/item91.xml>��
</file>

<file path=customXml/item92.xml>��
</file>

<file path=customXml/item93.xml>��
</file>

<file path=customXml/item94.xml>��
</file>

<file path=customXml/item95.xml>��
</file>

<file path=customXml/item96.xml>��
</file>

<file path=customXml/item97.xml>��
</file>

<file path=customXml/item98.xml>��
</file>

<file path=customXml/item99.xml>��
</file>

<file path=customXml/item100.xml>��
</file>

<file path=customXml/item101.xml>��
</file>

<file path=customXml/item102.xml>��
</file>

<file path=customXml/item103.xml>��
</file>

<file path=customXml/item104.xml>��
</file>

<file path=customXml/item105.xml>��
</file>

<file path=customXml/item106.xml>��
</file>

<file path=customXml/item107.xml>��
</file>

<file path=customXml/item108.xml>��
</file>

<file path=customXml/item109.xml>��
</file>

<file path=customXml/item110.xml>��
</file>

<file path=customXml/item111.xml>��
</file>

<file path=customXml/item112.xml>��
</file>

<file path=customXml/item113.xml>��
</file>

<file path=customXml/item114.xml>��
</file>

<file path=customXml/item115.xml>��
</file>

<file path=customXml/item116.xml>��
</file>

<file path=customXml/item117.xml>��
</file>

<file path=customXml/item118.xml>��
</file>

<file path=customXml/item119.xml>��
</file>

<file path=customXml/item120.xml>��
</file>

<file path=customXml/item121.xml>��
</file>

<file path=customXml/item122.xml>��
</file>

<file path=customXml/item123.xml>��
</file>

<file path=customXml/item124.xml>��
</file>

<file path=customXml/item125.xml>��
</file>

<file path=customXml/item126.xml>��
</file>

<file path=customXml/item127.xml>��
</file>

<file path=customXml/item128.xml>��
</file>

<file path=customXml/item129.xml>��
</file>

<file path=customXml/item130.xml>��
</file>

<file path=customXml/item131.xml>��
</file>

<file path=customXml/item132.xml>��
</file>

<file path=customXml/item133.xml>��
</file>

<file path=customXml/item134.xml>��
</file>

<file path=customXml/item135.xml>��
</file>

<file path=customXml/item136.xml>��
</file>

<file path=customXml/item137.xml>��
</file>

<file path=customXml/item138.xml>��
</file>

<file path=customXml/item139.xml>��
</file>

<file path=customXml/item140.xml>��
</file>

<file path=customXml/item141.xml>��
</file>

<file path=customXml/item142.xml>��
</file>

<file path=customXml/item143.xml>��
</file>

<file path=customXml/item144.xml>��
</file>

<file path=customXml/item145.xml>��
</file>

<file path=customXml/item146.xml>��
</file>

<file path=customXml/item147.xml>��
</file>

<file path=customXml/item148.xml>��
</file>

<file path=customXml/item149.xml>��
</file>

<file path=customXml/item150.xml>��
</file>

<file path=customXml/item151.xml>��
</file>

<file path=customXml/item152.xml>��
</file>

<file path=customXml/item153.xml>��
</file>

<file path=customXml/item154.xml>��
</file>

<file path=customXml/item155.xml>��
</file>

<file path=customXml/item156.xml>��
</file>

<file path=customXml/item157.xml>��
</file>

<file path=customXml/item158.xml>��
</file>

<file path=customXml/item159.xml>��
</file>

<file path=customXml/item160.xml>��
</file>

<file path=customXml/item161.xml>��
</file>

<file path=customXml/item162.xml>��
</file>

<file path=customXml/item163.xml>��
</file>

<file path=customXml/item164.xml>��
</file>

<file path=customXml/item165.xml>��
</file>

<file path=customXml/item166.xml>��
</file>

<file path=customXml/item167.xml>��
</file>

<file path=customXml/item168.xml>��
</file>

<file path=customXml/item169.xml>��
</file>

<file path=customXml/item170.xml>��
</file>

<file path=customXml/item171.xml>��
</file>

<file path=customXml/itemProps1.xml><?xml version="1.0" encoding="utf-8"?>
<ds:datastoreItem xmlns:ds="http://schemas.openxmlformats.org/officeDocument/2006/customXml" ds:itemID="{C0185513-3B05-48C4-9B68-21C379CB73B0}">
  <ds:schemaRefs>
    <ds:schemaRef ds:uri="http://www.w3.org/2001/XMLSchema"/>
  </ds:schemaRefs>
</ds:datastoreItem>
</file>

<file path=customXml/itemProps2.xml><?xml version="1.0" encoding="utf-8"?>
<ds:datastoreItem xmlns:ds="http://schemas.openxmlformats.org/officeDocument/2006/customXml" ds:itemID="{BA8A1ECD-A4A5-47F9-9E10-6B143A25CC06}">
  <ds:schemaRefs>
    <ds:schemaRef ds:uri="http://www.w3.org/2001/XMLSchema"/>
  </ds:schemaRefs>
</ds:datastoreItem>
</file>

<file path=customXml/itemProps3.xml><?xml version="1.0" encoding="utf-8"?>
<ds:datastoreItem xmlns:ds="http://schemas.openxmlformats.org/officeDocument/2006/customXml" ds:itemID="{11CB6B4D-91C4-4844-B774-7D8F6A34AA29}">
  <ds:schemaRefs>
    <ds:schemaRef ds:uri="http://www.w3.org/2001/XMLSchema"/>
  </ds:schemaRefs>
</ds:datastoreItem>
</file>

<file path=customXml/itemProps4.xml><?xml version="1.0" encoding="utf-8"?>
<ds:datastoreItem xmlns:ds="http://schemas.openxmlformats.org/officeDocument/2006/customXml" ds:itemID="{D1732B15-1627-4719-A6F6-7501D5058734}">
  <ds:schemaRefs>
    <ds:schemaRef ds:uri="http://www.w3.org/2001/XMLSchema"/>
  </ds:schemaRefs>
</ds:datastoreItem>
</file>

<file path=customXml/itemProps5.xml><?xml version="1.0" encoding="utf-8"?>
<ds:datastoreItem xmlns:ds="http://schemas.openxmlformats.org/officeDocument/2006/customXml" ds:itemID="{58D42C7F-C51A-4196-A564-FB7B576BC2EA}">
  <ds:schemaRefs>
    <ds:schemaRef ds:uri="http://www.w3.org/2001/XMLSchema"/>
  </ds:schemaRefs>
</ds:datastoreItem>
</file>

<file path=customXml/itemProps6.xml><?xml version="1.0" encoding="utf-8"?>
<ds:datastoreItem xmlns:ds="http://schemas.openxmlformats.org/officeDocument/2006/customXml" ds:itemID="{A5CBC7E8-8445-4DAC-8D7F-3017DF9690E7}">
  <ds:schemaRefs>
    <ds:schemaRef ds:uri="http://www.w3.org/2001/XMLSchema"/>
  </ds:schemaRefs>
</ds:datastoreItem>
</file>

<file path=customXml/itemProps7.xml><?xml version="1.0" encoding="utf-8"?>
<ds:datastoreItem xmlns:ds="http://schemas.openxmlformats.org/officeDocument/2006/customXml" ds:itemID="{1825786A-BDAF-4C3E-85F6-4077936903A7}">
  <ds:schemaRefs>
    <ds:schemaRef ds:uri="http://www.w3.org/2001/XMLSchema"/>
  </ds:schemaRefs>
</ds:datastoreItem>
</file>

<file path=customXml/itemProps8.xml><?xml version="1.0" encoding="utf-8"?>
<ds:datastoreItem xmlns:ds="http://schemas.openxmlformats.org/officeDocument/2006/customXml" ds:itemID="{A0D1FA5F-65E6-4D6C-9717-F1537489BEF0}">
  <ds:schemaRefs>
    <ds:schemaRef ds:uri="http://www.w3.org/2001/XMLSchema"/>
  </ds:schemaRefs>
</ds:datastoreItem>
</file>

<file path=customXml/itemProps9.xml><?xml version="1.0" encoding="utf-8"?>
<ds:datastoreItem xmlns:ds="http://schemas.openxmlformats.org/officeDocument/2006/customXml" ds:itemID="{7F82062E-9818-4653-A31B-81D65328C525}">
  <ds:schemaRefs>
    <ds:schemaRef ds:uri="http://www.w3.org/2001/XMLSchema"/>
  </ds:schemaRefs>
</ds:datastoreItem>
</file>

<file path=customXml/itemProps10.xml><?xml version="1.0" encoding="utf-8"?>
<ds:datastoreItem xmlns:ds="http://schemas.openxmlformats.org/officeDocument/2006/customXml" ds:itemID="{FC6E74FF-91AF-4D4F-B4A4-A4F26EBFA065}">
  <ds:schemaRefs>
    <ds:schemaRef ds:uri="http://www.w3.org/2001/XMLSchema"/>
  </ds:schemaRefs>
</ds:datastoreItem>
</file>

<file path=customXml/itemProps11.xml><?xml version="1.0" encoding="utf-8"?>
<ds:datastoreItem xmlns:ds="http://schemas.openxmlformats.org/officeDocument/2006/customXml" ds:itemID="{59A8F2ED-9A1D-484E-881C-3A39E020D5E7}">
  <ds:schemaRefs>
    <ds:schemaRef ds:uri="http://www.w3.org/2001/XMLSchema"/>
  </ds:schemaRefs>
</ds:datastoreItem>
</file>

<file path=customXml/itemProps12.xml><?xml version="1.0" encoding="utf-8"?>
<ds:datastoreItem xmlns:ds="http://schemas.openxmlformats.org/officeDocument/2006/customXml" ds:itemID="{136350F2-D45D-4F30-BD7A-730476818183}">
  <ds:schemaRefs>
    <ds:schemaRef ds:uri="b74f866d-497c-4fe4-8321-43329f6be2d2"/>
    <ds:schemaRef ds:uri="http://purl.org/dc/dcmitype/"/>
    <ds:schemaRef ds:uri="http://purl.org/dc/terms/"/>
    <ds:schemaRef ds:uri="http://schemas.openxmlformats.org/package/2006/metadata/core-properties"/>
    <ds:schemaRef ds:uri="http://schemas.microsoft.com/office/2006/documentManagement/types"/>
    <ds:schemaRef ds:uri="http://www.w3.org/XML/1998/namespace"/>
    <ds:schemaRef ds:uri="http://purl.org/dc/elements/1.1/"/>
    <ds:schemaRef ds:uri="http://schemas.microsoft.com/office/infopath/2007/PartnerControls"/>
    <ds:schemaRef ds:uri="86b881a3-52d1-4298-aaff-87dd4465a1ae"/>
    <ds:schemaRef ds:uri="http://schemas.microsoft.com/office/2006/metadata/properties"/>
  </ds:schemaRefs>
</ds:datastoreItem>
</file>

<file path=customXml/itemProps13.xml><?xml version="1.0" encoding="utf-8"?>
<ds:datastoreItem xmlns:ds="http://schemas.openxmlformats.org/officeDocument/2006/customXml" ds:itemID="{F14CBA09-FEAF-404B-987F-1AB49AD0F098}">
  <ds:schemaRefs>
    <ds:schemaRef ds:uri="http://www.w3.org/2001/XMLSchema"/>
  </ds:schemaRefs>
</ds:datastoreItem>
</file>

<file path=customXml/itemProps14.xml><?xml version="1.0" encoding="utf-8"?>
<ds:datastoreItem xmlns:ds="http://schemas.openxmlformats.org/officeDocument/2006/customXml" ds:itemID="{26F29925-7FB8-4DF8-A674-020455522930}">
  <ds:schemaRefs>
    <ds:schemaRef ds:uri="http://www.w3.org/2001/XMLSchema"/>
  </ds:schemaRefs>
</ds:datastoreItem>
</file>

<file path=customXml/itemProps15.xml><?xml version="1.0" encoding="utf-8"?>
<ds:datastoreItem xmlns:ds="http://schemas.openxmlformats.org/officeDocument/2006/customXml" ds:itemID="{86E9DB7A-C649-4675-B50A-1BE58C3421E5}">
  <ds:schemaRefs>
    <ds:schemaRef ds:uri="http://www.w3.org/2001/XMLSchema"/>
  </ds:schemaRefs>
</ds:datastoreItem>
</file>

<file path=customXml/itemProps16.xml><?xml version="1.0" encoding="utf-8"?>
<ds:datastoreItem xmlns:ds="http://schemas.openxmlformats.org/officeDocument/2006/customXml" ds:itemID="{CA4FDE25-7A44-4C91-853B-9EAAFFBC957A}">
  <ds:schemaRefs>
    <ds:schemaRef ds:uri="http://www.w3.org/2001/XMLSchema"/>
  </ds:schemaRefs>
</ds:datastoreItem>
</file>

<file path=customXml/itemProps17.xml><?xml version="1.0" encoding="utf-8"?>
<ds:datastoreItem xmlns:ds="http://schemas.openxmlformats.org/officeDocument/2006/customXml" ds:itemID="{666CE8F1-A180-4EB8-8AA6-08C051874719}">
  <ds:schemaRefs>
    <ds:schemaRef ds:uri="http://www.w3.org/2001/XMLSchema"/>
  </ds:schemaRefs>
</ds:datastoreItem>
</file>

<file path=customXml/itemProps18.xml><?xml version="1.0" encoding="utf-8"?>
<ds:datastoreItem xmlns:ds="http://schemas.openxmlformats.org/officeDocument/2006/customXml" ds:itemID="{9E4C8D2E-0F01-4A3E-A9F9-2CEF7A20EE07}">
  <ds:schemaRefs>
    <ds:schemaRef ds:uri="http://www.w3.org/2001/XMLSchema"/>
  </ds:schemaRefs>
</ds:datastoreItem>
</file>

<file path=customXml/itemProps19.xml><?xml version="1.0" encoding="utf-8"?>
<ds:datastoreItem xmlns:ds="http://schemas.openxmlformats.org/officeDocument/2006/customXml" ds:itemID="{D53FE0BB-217D-4F7C-9B63-469EA8078107}">
  <ds:schemaRefs>
    <ds:schemaRef ds:uri="http://www.w3.org/2001/XMLSchema"/>
  </ds:schemaRefs>
</ds:datastoreItem>
</file>

<file path=customXml/itemProps20.xml><?xml version="1.0" encoding="utf-8"?>
<ds:datastoreItem xmlns:ds="http://schemas.openxmlformats.org/officeDocument/2006/customXml" ds:itemID="{50B514F6-8E32-4682-B48C-AE339CE56750}">
  <ds:schemaRefs>
    <ds:schemaRef ds:uri="http://www.w3.org/2001/XMLSchema"/>
  </ds:schemaRefs>
</ds:datastoreItem>
</file>

<file path=customXml/itemProps21.xml><?xml version="1.0" encoding="utf-8"?>
<ds:datastoreItem xmlns:ds="http://schemas.openxmlformats.org/officeDocument/2006/customXml" ds:itemID="{F49636B0-5D63-41C9-8E99-430788F3E087}">
  <ds:schemaRefs>
    <ds:schemaRef ds:uri="http://www.w3.org/2001/XMLSchema"/>
  </ds:schemaRefs>
</ds:datastoreItem>
</file>

<file path=customXml/itemProps22.xml><?xml version="1.0" encoding="utf-8"?>
<ds:datastoreItem xmlns:ds="http://schemas.openxmlformats.org/officeDocument/2006/customXml" ds:itemID="{787D8AD7-6E52-4454-B2D1-6234BE5780CD}">
  <ds:schemaRefs>
    <ds:schemaRef ds:uri="http://www.w3.org/2001/XMLSchema"/>
  </ds:schemaRefs>
</ds:datastoreItem>
</file>

<file path=customXml/itemProps23.xml><?xml version="1.0" encoding="utf-8"?>
<ds:datastoreItem xmlns:ds="http://schemas.openxmlformats.org/officeDocument/2006/customXml" ds:itemID="{BFF4235D-DA89-4864-9036-57C877F58BFB}">
  <ds:schemaRefs>
    <ds:schemaRef ds:uri="http://www.w3.org/2001/XMLSchema"/>
  </ds:schemaRefs>
</ds:datastoreItem>
</file>

<file path=customXml/itemProps24.xml><?xml version="1.0" encoding="utf-8"?>
<ds:datastoreItem xmlns:ds="http://schemas.openxmlformats.org/officeDocument/2006/customXml" ds:itemID="{6FE2CC30-BC60-4F8B-A724-C3CC669426B1}">
  <ds:schemaRefs>
    <ds:schemaRef ds:uri="http://schemas.microsoft.com/sharepoint/v3/contenttype/forms"/>
  </ds:schemaRefs>
</ds:datastoreItem>
</file>

<file path=customXml/itemProps25.xml><?xml version="1.0" encoding="utf-8"?>
<ds:datastoreItem xmlns:ds="http://schemas.openxmlformats.org/officeDocument/2006/customXml" ds:itemID="{607226EA-3957-45E2-B653-28E2151C1557}">
  <ds:schemaRefs>
    <ds:schemaRef ds:uri="http://www.w3.org/2001/XMLSchema"/>
  </ds:schemaRefs>
</ds:datastoreItem>
</file>

<file path=customXml/itemProps26.xml><?xml version="1.0" encoding="utf-8"?>
<ds:datastoreItem xmlns:ds="http://schemas.openxmlformats.org/officeDocument/2006/customXml" ds:itemID="{A5EE4176-A963-4E5F-85B4-A3F90D6A36B0}">
  <ds:schemaRefs>
    <ds:schemaRef ds:uri="http://www.w3.org/2001/XMLSchema"/>
  </ds:schemaRefs>
</ds:datastoreItem>
</file>

<file path=customXml/itemProps27.xml><?xml version="1.0" encoding="utf-8"?>
<ds:datastoreItem xmlns:ds="http://schemas.openxmlformats.org/officeDocument/2006/customXml" ds:itemID="{7C90CE6B-BF55-4050-ADB0-85456FB862A8}">
  <ds:schemaRefs>
    <ds:schemaRef ds:uri="http://www.w3.org/2001/XMLSchema"/>
  </ds:schemaRefs>
</ds:datastoreItem>
</file>

<file path=customXml/itemProps28.xml><?xml version="1.0" encoding="utf-8"?>
<ds:datastoreItem xmlns:ds="http://schemas.openxmlformats.org/officeDocument/2006/customXml" ds:itemID="{FEFC5DA5-560D-4793-9DF2-C109149532A7}">
  <ds:schemaRefs>
    <ds:schemaRef ds:uri="http://www.w3.org/2001/XMLSchema"/>
  </ds:schemaRefs>
</ds:datastoreItem>
</file>

<file path=customXml/itemProps29.xml><?xml version="1.0" encoding="utf-8"?>
<ds:datastoreItem xmlns:ds="http://schemas.openxmlformats.org/officeDocument/2006/customXml" ds:itemID="{1AA08E88-52D3-4EBA-AA02-8CA9BBF557F6}">
  <ds:schemaRefs>
    <ds:schemaRef ds:uri="http://www.w3.org/2001/XMLSchema"/>
  </ds:schemaRefs>
</ds:datastoreItem>
</file>

<file path=customXml/itemProps30.xml><?xml version="1.0" encoding="utf-8"?>
<ds:datastoreItem xmlns:ds="http://schemas.openxmlformats.org/officeDocument/2006/customXml" ds:itemID="{2040DAA9-3A96-4043-9C3A-2C522F383BF0}">
  <ds:schemaRefs>
    <ds:schemaRef ds:uri="86b881a3-52d1-4298-aaff-87dd4465a1ae"/>
    <ds:schemaRef ds:uri="b74f866d-497c-4fe4-8321-43329f6be2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1.xml><?xml version="1.0" encoding="utf-8"?>
<ds:datastoreItem xmlns:ds="http://schemas.openxmlformats.org/officeDocument/2006/customXml" ds:itemID="{36521F22-0186-4262-8998-4B3239F3A520}">
  <ds:schemaRefs>
    <ds:schemaRef ds:uri="http://www.w3.org/2001/XMLSchema"/>
  </ds:schemaRefs>
</ds:datastoreItem>
</file>

<file path=customXml/itemProps32.xml><?xml version="1.0" encoding="utf-8"?>
<ds:datastoreItem xmlns:ds="http://schemas.openxmlformats.org/officeDocument/2006/customXml" ds:itemID="{784AEAEE-D19E-48E8-BE35-9D876FEF75CC}">
  <ds:schemaRefs>
    <ds:schemaRef ds:uri="http://www.w3.org/2001/XMLSchema"/>
  </ds:schemaRefs>
</ds:datastoreItem>
</file>

<file path=customXml/itemProps33.xml><?xml version="1.0" encoding="utf-8"?>
<ds:datastoreItem xmlns:ds="http://schemas.openxmlformats.org/officeDocument/2006/customXml" ds:itemID="{BDAA657B-DEF6-4F58-B43A-0F1D7E4B4E58}">
  <ds:schemaRefs>
    <ds:schemaRef ds:uri="http://www.w3.org/2001/XMLSchema"/>
  </ds:schemaRefs>
</ds:datastoreItem>
</file>

<file path=customXml/itemProps34.xml><?xml version="1.0" encoding="utf-8"?>
<ds:datastoreItem xmlns:ds="http://schemas.openxmlformats.org/officeDocument/2006/customXml" ds:itemID="{3576F9DC-DD25-4682-9426-F648C5238A4F}">
  <ds:schemaRefs>
    <ds:schemaRef ds:uri="http://www.w3.org/2001/XMLSchema"/>
  </ds:schemaRefs>
</ds:datastoreItem>
</file>

<file path=customXml/itemProps35.xml><?xml version="1.0" encoding="utf-8"?>
<ds:datastoreItem xmlns:ds="http://schemas.openxmlformats.org/officeDocument/2006/customXml" ds:itemID="{7AF68D08-F94C-4E99-8B2B-5AB398715B9C}">
  <ds:schemaRefs>
    <ds:schemaRef ds:uri="http://www.w3.org/2001/XMLSchema"/>
  </ds:schemaRefs>
</ds:datastoreItem>
</file>

<file path=customXml/itemProps36.xml><?xml version="1.0" encoding="utf-8"?>
<ds:datastoreItem xmlns:ds="http://schemas.openxmlformats.org/officeDocument/2006/customXml" ds:itemID="{5547FE59-5B74-42F9-8A80-842FE8CF6727}">
  <ds:schemaRefs>
    <ds:schemaRef ds:uri="http://www.w3.org/2001/XMLSchema"/>
  </ds:schemaRefs>
</ds:datastoreItem>
</file>

<file path=customXml/itemProps37.xml><?xml version="1.0" encoding="utf-8"?>
<ds:datastoreItem xmlns:ds="http://schemas.openxmlformats.org/officeDocument/2006/customXml" ds:itemID="{82E22106-73DF-45D7-8601-7527808A9861}">
  <ds:schemaRefs>
    <ds:schemaRef ds:uri="http://www.w3.org/2001/XMLSchema"/>
  </ds:schemaRefs>
</ds:datastoreItem>
</file>

<file path=customXml/itemProps38.xml><?xml version="1.0" encoding="utf-8"?>
<ds:datastoreItem xmlns:ds="http://schemas.openxmlformats.org/officeDocument/2006/customXml" ds:itemID="{7CA392FE-B155-4BC1-931F-20727827C53B}">
  <ds:schemaRefs>
    <ds:schemaRef ds:uri="http://www.w3.org/2001/XMLSchema"/>
  </ds:schemaRefs>
</ds:datastoreItem>
</file>

<file path=customXml/itemProps39.xml><?xml version="1.0" encoding="utf-8"?>
<ds:datastoreItem xmlns:ds="http://schemas.openxmlformats.org/officeDocument/2006/customXml" ds:itemID="{D434A643-4A55-4A0F-B754-2CA2CC6E7837}">
  <ds:schemaRefs>
    <ds:schemaRef ds:uri="http://www.w3.org/2001/XMLSchema"/>
  </ds:schemaRefs>
</ds:datastoreItem>
</file>

<file path=customXml/itemProps40.xml><?xml version="1.0" encoding="utf-8"?>
<ds:datastoreItem xmlns:ds="http://schemas.openxmlformats.org/officeDocument/2006/customXml" ds:itemID="{63C660CF-F31C-46BC-BD8C-A89112AFED88}">
  <ds:schemaRefs>
    <ds:schemaRef ds:uri="http://www.w3.org/2001/XMLSchema"/>
  </ds:schemaRefs>
</ds:datastoreItem>
</file>

<file path=customXml/itemProps41.xml><?xml version="1.0" encoding="utf-8"?>
<ds:datastoreItem xmlns:ds="http://schemas.openxmlformats.org/officeDocument/2006/customXml" ds:itemID="{DB000705-74D5-4919-952E-B054E65A88F8}">
  <ds:schemaRefs>
    <ds:schemaRef ds:uri="http://www.w3.org/2001/XMLSchema"/>
  </ds:schemaRefs>
</ds:datastoreItem>
</file>

<file path=customXml/itemProps42.xml><?xml version="1.0" encoding="utf-8"?>
<ds:datastoreItem xmlns:ds="http://schemas.openxmlformats.org/officeDocument/2006/customXml" ds:itemID="{F474FD24-5CBF-478B-9B17-E5029BD45645}">
  <ds:schemaRefs>
    <ds:schemaRef ds:uri="http://www.w3.org/2001/XMLSchema"/>
  </ds:schemaRefs>
</ds:datastoreItem>
</file>

<file path=customXml/itemProps43.xml><?xml version="1.0" encoding="utf-8"?>
<ds:datastoreItem xmlns:ds="http://schemas.openxmlformats.org/officeDocument/2006/customXml" ds:itemID="{E4296BF4-C87B-4398-91A5-9BA3E0406BB3}">
  <ds:schemaRefs>
    <ds:schemaRef ds:uri="http://www.w3.org/2001/XMLSchema"/>
  </ds:schemaRefs>
</ds:datastoreItem>
</file>

<file path=customXml/itemProps44.xml><?xml version="1.0" encoding="utf-8"?>
<ds:datastoreItem xmlns:ds="http://schemas.openxmlformats.org/officeDocument/2006/customXml" ds:itemID="{C3B0F440-4C40-4A34-BB70-24BA6E75609A}">
  <ds:schemaRefs>
    <ds:schemaRef ds:uri="http://www.w3.org/2001/XMLSchema"/>
  </ds:schemaRefs>
</ds:datastoreItem>
</file>

<file path=customXml/itemProps45.xml><?xml version="1.0" encoding="utf-8"?>
<ds:datastoreItem xmlns:ds="http://schemas.openxmlformats.org/officeDocument/2006/customXml" ds:itemID="{93251C05-B8E4-450D-A9BB-1FFDFC8DC1B9}">
  <ds:schemaRefs>
    <ds:schemaRef ds:uri="http://www.w3.org/2001/XMLSchema"/>
  </ds:schemaRefs>
</ds:datastoreItem>
</file>

<file path=customXml/itemProps46.xml><?xml version="1.0" encoding="utf-8"?>
<ds:datastoreItem xmlns:ds="http://schemas.openxmlformats.org/officeDocument/2006/customXml" ds:itemID="{A34C3838-17FC-4AF8-B8AB-02D4BBBE6AEA}">
  <ds:schemaRefs>
    <ds:schemaRef ds:uri="http://www.w3.org/2001/XMLSchema"/>
  </ds:schemaRefs>
</ds:datastoreItem>
</file>

<file path=customXml/itemProps47.xml><?xml version="1.0" encoding="utf-8"?>
<ds:datastoreItem xmlns:ds="http://schemas.openxmlformats.org/officeDocument/2006/customXml" ds:itemID="{B66427F6-4436-457D-86F7-AF5B4521BE58}">
  <ds:schemaRefs>
    <ds:schemaRef ds:uri="http://www.w3.org/2001/XMLSchema"/>
  </ds:schemaRefs>
</ds:datastoreItem>
</file>

<file path=customXml/itemProps48.xml><?xml version="1.0" encoding="utf-8"?>
<ds:datastoreItem xmlns:ds="http://schemas.openxmlformats.org/officeDocument/2006/customXml" ds:itemID="{4BE3A035-7649-4D21-8E2F-196A5734E234}">
  <ds:schemaRefs>
    <ds:schemaRef ds:uri="http://www.w3.org/2001/XMLSchema"/>
  </ds:schemaRefs>
</ds:datastoreItem>
</file>

<file path=customXml/itemProps49.xml><?xml version="1.0" encoding="utf-8"?>
<ds:datastoreItem xmlns:ds="http://schemas.openxmlformats.org/officeDocument/2006/customXml" ds:itemID="{456DD806-2202-4C24-8E88-6E8E218E98B3}">
  <ds:schemaRefs>
    <ds:schemaRef ds:uri="http://www.w3.org/2001/XMLSchema"/>
  </ds:schemaRefs>
</ds:datastoreItem>
</file>

<file path=customXml/itemProps50.xml><?xml version="1.0" encoding="utf-8"?>
<ds:datastoreItem xmlns:ds="http://schemas.openxmlformats.org/officeDocument/2006/customXml" ds:itemID="{2C592AFD-41E7-42A7-A002-8E60B04A3298}">
  <ds:schemaRefs>
    <ds:schemaRef ds:uri="http://www.w3.org/2001/XMLSchema"/>
  </ds:schemaRefs>
</ds:datastoreItem>
</file>

<file path=customXml/itemProps51.xml><?xml version="1.0" encoding="utf-8"?>
<ds:datastoreItem xmlns:ds="http://schemas.openxmlformats.org/officeDocument/2006/customXml" ds:itemID="{8F519244-1B70-45EC-B9B4-70AC4795C6F0}">
  <ds:schemaRefs>
    <ds:schemaRef ds:uri="http://www.w3.org/2001/XMLSchema"/>
  </ds:schemaRefs>
</ds:datastoreItem>
</file>

<file path=customXml/itemProps52.xml><?xml version="1.0" encoding="utf-8"?>
<ds:datastoreItem xmlns:ds="http://schemas.openxmlformats.org/officeDocument/2006/customXml" ds:itemID="{66BC8438-11EF-4E5A-B503-3B9D5086147B}">
  <ds:schemaRefs>
    <ds:schemaRef ds:uri="http://www.w3.org/2001/XMLSchema"/>
  </ds:schemaRefs>
</ds:datastoreItem>
</file>

<file path=customXml/itemProps53.xml><?xml version="1.0" encoding="utf-8"?>
<ds:datastoreItem xmlns:ds="http://schemas.openxmlformats.org/officeDocument/2006/customXml" ds:itemID="{F9E8080D-FA50-4E45-A21C-D2798D6B2800}">
  <ds:schemaRefs>
    <ds:schemaRef ds:uri="http://www.w3.org/2001/XMLSchema"/>
  </ds:schemaRefs>
</ds:datastoreItem>
</file>

<file path=customXml/itemProps54.xml><?xml version="1.0" encoding="utf-8"?>
<ds:datastoreItem xmlns:ds="http://schemas.openxmlformats.org/officeDocument/2006/customXml" ds:itemID="{4526B49E-8769-4E64-B749-6D4FAA513A10}">
  <ds:schemaRefs>
    <ds:schemaRef ds:uri="http://www.w3.org/2001/XMLSchema"/>
  </ds:schemaRefs>
</ds:datastoreItem>
</file>

<file path=customXml/itemProps55.xml><?xml version="1.0" encoding="utf-8"?>
<ds:datastoreItem xmlns:ds="http://schemas.openxmlformats.org/officeDocument/2006/customXml" ds:itemID="{258964A4-36F1-4AB9-8610-C13EFB9E758B}">
  <ds:schemaRefs>
    <ds:schemaRef ds:uri="http://www.w3.org/2001/XMLSchema"/>
  </ds:schemaRefs>
</ds:datastoreItem>
</file>

<file path=customXml/itemProps56.xml><?xml version="1.0" encoding="utf-8"?>
<ds:datastoreItem xmlns:ds="http://schemas.openxmlformats.org/officeDocument/2006/customXml" ds:itemID="{42E69DAE-F4CB-4BD1-B2FF-17E25B9E4E93}">
  <ds:schemaRefs>
    <ds:schemaRef ds:uri="http://www.w3.org/2001/XMLSchema"/>
  </ds:schemaRefs>
</ds:datastoreItem>
</file>

<file path=customXml/itemProps57.xml><?xml version="1.0" encoding="utf-8"?>
<ds:datastoreItem xmlns:ds="http://schemas.openxmlformats.org/officeDocument/2006/customXml" ds:itemID="{82915BE5-1812-482D-AA1A-574DFAB5D56C}">
  <ds:schemaRefs>
    <ds:schemaRef ds:uri="http://www.w3.org/2001/XMLSchema"/>
  </ds:schemaRefs>
</ds:datastoreItem>
</file>

<file path=customXml/itemProps58.xml><?xml version="1.0" encoding="utf-8"?>
<ds:datastoreItem xmlns:ds="http://schemas.openxmlformats.org/officeDocument/2006/customXml" ds:itemID="{AD102377-49EC-4EC0-AEBD-3E5DF3A1DDF6}">
  <ds:schemaRefs>
    <ds:schemaRef ds:uri="http://www.w3.org/2001/XMLSchema"/>
  </ds:schemaRefs>
</ds:datastoreItem>
</file>

<file path=customXml/itemProps59.xml><?xml version="1.0" encoding="utf-8"?>
<ds:datastoreItem xmlns:ds="http://schemas.openxmlformats.org/officeDocument/2006/customXml" ds:itemID="{6D7FF9E7-8493-48F2-8D88-44AD142A0ABC}">
  <ds:schemaRefs>
    <ds:schemaRef ds:uri="http://www.w3.org/2001/XMLSchema"/>
  </ds:schemaRefs>
</ds:datastoreItem>
</file>

<file path=customXml/itemProps60.xml><?xml version="1.0" encoding="utf-8"?>
<ds:datastoreItem xmlns:ds="http://schemas.openxmlformats.org/officeDocument/2006/customXml" ds:itemID="{BF791CCA-DA39-434D-981A-2B41C3AD2702}">
  <ds:schemaRefs>
    <ds:schemaRef ds:uri="http://www.w3.org/2001/XMLSchema"/>
  </ds:schemaRefs>
</ds:datastoreItem>
</file>

<file path=customXml/itemProps61.xml><?xml version="1.0" encoding="utf-8"?>
<ds:datastoreItem xmlns:ds="http://schemas.openxmlformats.org/officeDocument/2006/customXml" ds:itemID="{6AFBB2D1-FA95-4A48-8F66-41C2EF0A953E}">
  <ds:schemaRefs>
    <ds:schemaRef ds:uri="http://www.w3.org/2001/XMLSchema"/>
  </ds:schemaRefs>
</ds:datastoreItem>
</file>

<file path=customXml/itemProps62.xml><?xml version="1.0" encoding="utf-8"?>
<ds:datastoreItem xmlns:ds="http://schemas.openxmlformats.org/officeDocument/2006/customXml" ds:itemID="{D48CCE1F-1E66-4812-8F98-B360A1176A5B}">
  <ds:schemaRefs>
    <ds:schemaRef ds:uri="http://www.w3.org/2001/XMLSchema"/>
  </ds:schemaRefs>
</ds:datastoreItem>
</file>

<file path=customXml/itemProps63.xml><?xml version="1.0" encoding="utf-8"?>
<ds:datastoreItem xmlns:ds="http://schemas.openxmlformats.org/officeDocument/2006/customXml" ds:itemID="{B8DDCC17-8174-415F-A121-F76AFFD5D89C}">
  <ds:schemaRefs>
    <ds:schemaRef ds:uri="http://www.w3.org/2001/XMLSchema"/>
  </ds:schemaRefs>
</ds:datastoreItem>
</file>

<file path=customXml/itemProps64.xml><?xml version="1.0" encoding="utf-8"?>
<ds:datastoreItem xmlns:ds="http://schemas.openxmlformats.org/officeDocument/2006/customXml" ds:itemID="{90D3F746-EE42-4B72-A60D-5BEE29B4F968}">
  <ds:schemaRefs>
    <ds:schemaRef ds:uri="http://www.w3.org/2001/XMLSchema"/>
  </ds:schemaRefs>
</ds:datastoreItem>
</file>

<file path=customXml/itemProps65.xml><?xml version="1.0" encoding="utf-8"?>
<ds:datastoreItem xmlns:ds="http://schemas.openxmlformats.org/officeDocument/2006/customXml" ds:itemID="{70FEBB4C-E7DA-429B-AB34-7DECB97A6D2F}">
  <ds:schemaRefs>
    <ds:schemaRef ds:uri="http://www.w3.org/2001/XMLSchema"/>
  </ds:schemaRefs>
</ds:datastoreItem>
</file>

<file path=customXml/itemProps66.xml><?xml version="1.0" encoding="utf-8"?>
<ds:datastoreItem xmlns:ds="http://schemas.openxmlformats.org/officeDocument/2006/customXml" ds:itemID="{08A00D70-216C-4EB8-A9C6-3FA2D2F96F08}">
  <ds:schemaRefs>
    <ds:schemaRef ds:uri="http://www.w3.org/2001/XMLSchema"/>
  </ds:schemaRefs>
</ds:datastoreItem>
</file>

<file path=customXml/itemProps67.xml><?xml version="1.0" encoding="utf-8"?>
<ds:datastoreItem xmlns:ds="http://schemas.openxmlformats.org/officeDocument/2006/customXml" ds:itemID="{3F82E236-3D06-4268-941C-02A14C3F88E4}">
  <ds:schemaRefs>
    <ds:schemaRef ds:uri="http://www.w3.org/2001/XMLSchema"/>
  </ds:schemaRefs>
</ds:datastoreItem>
</file>

<file path=customXml/itemProps68.xml><?xml version="1.0" encoding="utf-8"?>
<ds:datastoreItem xmlns:ds="http://schemas.openxmlformats.org/officeDocument/2006/customXml" ds:itemID="{CCF8CD34-C594-486E-87A1-3882137D4029}">
  <ds:schemaRefs>
    <ds:schemaRef ds:uri="http://www.w3.org/2001/XMLSchema"/>
  </ds:schemaRefs>
</ds:datastoreItem>
</file>

<file path=customXml/itemProps69.xml><?xml version="1.0" encoding="utf-8"?>
<ds:datastoreItem xmlns:ds="http://schemas.openxmlformats.org/officeDocument/2006/customXml" ds:itemID="{C4463173-EC99-467C-9A70-BD2BF1240458}">
  <ds:schemaRefs>
    <ds:schemaRef ds:uri="http://www.w3.org/2001/XMLSchema"/>
  </ds:schemaRefs>
</ds:datastoreItem>
</file>

<file path=customXml/itemProps70.xml><?xml version="1.0" encoding="utf-8"?>
<ds:datastoreItem xmlns:ds="http://schemas.openxmlformats.org/officeDocument/2006/customXml" ds:itemID="{0E8C4E00-5FDC-407C-9A56-0280640290F9}">
  <ds:schemaRefs>
    <ds:schemaRef ds:uri="http://www.w3.org/2001/XMLSchema"/>
  </ds:schemaRefs>
</ds:datastoreItem>
</file>

<file path=customXml/itemProps71.xml><?xml version="1.0" encoding="utf-8"?>
<ds:datastoreItem xmlns:ds="http://schemas.openxmlformats.org/officeDocument/2006/customXml" ds:itemID="{65FF416C-02F6-44C5-97F5-FE526A4CEA51}">
  <ds:schemaRefs>
    <ds:schemaRef ds:uri="http://www.w3.org/2001/XMLSchema"/>
  </ds:schemaRefs>
</ds:datastoreItem>
</file>

<file path=customXml/itemProps72.xml><?xml version="1.0" encoding="utf-8"?>
<ds:datastoreItem xmlns:ds="http://schemas.openxmlformats.org/officeDocument/2006/customXml" ds:itemID="{B502F817-0105-4C1E-9742-C2D5B27E6A96}">
  <ds:schemaRefs>
    <ds:schemaRef ds:uri="http://www.w3.org/2001/XMLSchema"/>
  </ds:schemaRefs>
</ds:datastoreItem>
</file>

<file path=customXml/itemProps73.xml><?xml version="1.0" encoding="utf-8"?>
<ds:datastoreItem xmlns:ds="http://schemas.openxmlformats.org/officeDocument/2006/customXml" ds:itemID="{2F901AFB-0B42-44D6-B518-CC991A2116D6}">
  <ds:schemaRefs>
    <ds:schemaRef ds:uri="http://www.w3.org/2001/XMLSchema"/>
  </ds:schemaRefs>
</ds:datastoreItem>
</file>

<file path=customXml/itemProps74.xml><?xml version="1.0" encoding="utf-8"?>
<ds:datastoreItem xmlns:ds="http://schemas.openxmlformats.org/officeDocument/2006/customXml" ds:itemID="{F4ADFB54-B051-46A7-BAE3-799ECFB0F340}">
  <ds:schemaRefs>
    <ds:schemaRef ds:uri="http://www.w3.org/2001/XMLSchema"/>
  </ds:schemaRefs>
</ds:datastoreItem>
</file>

<file path=customXml/itemProps75.xml><?xml version="1.0" encoding="utf-8"?>
<ds:datastoreItem xmlns:ds="http://schemas.openxmlformats.org/officeDocument/2006/customXml" ds:itemID="{2896F166-7682-4BA9-80E3-D699A9A64A7D}">
  <ds:schemaRefs>
    <ds:schemaRef ds:uri="http://www.w3.org/2001/XMLSchema"/>
  </ds:schemaRefs>
</ds:datastoreItem>
</file>

<file path=customXml/itemProps76.xml><?xml version="1.0" encoding="utf-8"?>
<ds:datastoreItem xmlns:ds="http://schemas.openxmlformats.org/officeDocument/2006/customXml" ds:itemID="{FC663FC7-AC19-4C33-9D14-E82E4B31ABB5}">
  <ds:schemaRefs>
    <ds:schemaRef ds:uri="http://www.w3.org/2001/XMLSchema"/>
  </ds:schemaRefs>
</ds:datastoreItem>
</file>

<file path=customXml/itemProps77.xml><?xml version="1.0" encoding="utf-8"?>
<ds:datastoreItem xmlns:ds="http://schemas.openxmlformats.org/officeDocument/2006/customXml" ds:itemID="{DB5CCA7D-94F8-466B-9000-63F908087F2B}">
  <ds:schemaRefs>
    <ds:schemaRef ds:uri="http://www.w3.org/2001/XMLSchema"/>
  </ds:schemaRefs>
</ds:datastoreItem>
</file>

<file path=customXml/itemProps78.xml><?xml version="1.0" encoding="utf-8"?>
<ds:datastoreItem xmlns:ds="http://schemas.openxmlformats.org/officeDocument/2006/customXml" ds:itemID="{9F1ABD08-68F6-46B4-B97D-08515EF45401}">
  <ds:schemaRefs>
    <ds:schemaRef ds:uri="http://www.w3.org/2001/XMLSchema"/>
  </ds:schemaRefs>
</ds:datastoreItem>
</file>

<file path=customXml/itemProps79.xml><?xml version="1.0" encoding="utf-8"?>
<ds:datastoreItem xmlns:ds="http://schemas.openxmlformats.org/officeDocument/2006/customXml" ds:itemID="{A27B9BF9-3EFE-4E0D-86C6-6E22BD70855D}">
  <ds:schemaRefs>
    <ds:schemaRef ds:uri="http://www.w3.org/2001/XMLSchema"/>
  </ds:schemaRefs>
</ds:datastoreItem>
</file>

<file path=customXml/itemProps80.xml><?xml version="1.0" encoding="utf-8"?>
<ds:datastoreItem xmlns:ds="http://schemas.openxmlformats.org/officeDocument/2006/customXml" ds:itemID="{9EFC407F-5371-4C9B-AC6E-89CF7E7BB9E5}">
  <ds:schemaRefs>
    <ds:schemaRef ds:uri="http://www.w3.org/2001/XMLSchema"/>
  </ds:schemaRefs>
</ds:datastoreItem>
</file>

<file path=customXml/itemProps81.xml><?xml version="1.0" encoding="utf-8"?>
<ds:datastoreItem xmlns:ds="http://schemas.openxmlformats.org/officeDocument/2006/customXml" ds:itemID="{D299A09B-45AA-4026-88B5-8E265BC97431}">
  <ds:schemaRefs>
    <ds:schemaRef ds:uri="http://www.w3.org/2001/XMLSchema"/>
  </ds:schemaRefs>
</ds:datastoreItem>
</file>

<file path=customXml/itemProps82.xml><?xml version="1.0" encoding="utf-8"?>
<ds:datastoreItem xmlns:ds="http://schemas.openxmlformats.org/officeDocument/2006/customXml" ds:itemID="{2F341CED-B01F-489F-8910-25014E6D5DF0}">
  <ds:schemaRefs>
    <ds:schemaRef ds:uri="http://www.w3.org/2001/XMLSchema"/>
  </ds:schemaRefs>
</ds:datastoreItem>
</file>

<file path=customXml/itemProps83.xml><?xml version="1.0" encoding="utf-8"?>
<ds:datastoreItem xmlns:ds="http://schemas.openxmlformats.org/officeDocument/2006/customXml" ds:itemID="{0CCD1AD1-A3EC-40FA-BBDA-853D002325B6}">
  <ds:schemaRefs>
    <ds:schemaRef ds:uri="http://www.w3.org/2001/XMLSchema"/>
  </ds:schemaRefs>
</ds:datastoreItem>
</file>

<file path=customXml/itemProps84.xml><?xml version="1.0" encoding="utf-8"?>
<ds:datastoreItem xmlns:ds="http://schemas.openxmlformats.org/officeDocument/2006/customXml" ds:itemID="{D5AEEBB0-B2DF-44C6-970A-931BB8BD8388}">
  <ds:schemaRefs>
    <ds:schemaRef ds:uri="http://www.w3.org/2001/XMLSchema"/>
  </ds:schemaRefs>
</ds:datastoreItem>
</file>

<file path=customXml/itemProps85.xml><?xml version="1.0" encoding="utf-8"?>
<ds:datastoreItem xmlns:ds="http://schemas.openxmlformats.org/officeDocument/2006/customXml" ds:itemID="{C05FE0CB-06D9-41D0-96FF-D62887F9908E}">
  <ds:schemaRefs>
    <ds:schemaRef ds:uri="http://www.w3.org/2001/XMLSchema"/>
  </ds:schemaRefs>
</ds:datastoreItem>
</file>

<file path=customXml/itemProps86.xml><?xml version="1.0" encoding="utf-8"?>
<ds:datastoreItem xmlns:ds="http://schemas.openxmlformats.org/officeDocument/2006/customXml" ds:itemID="{A7005B41-B0EE-463F-BAC9-190D8C5579D8}">
  <ds:schemaRefs>
    <ds:schemaRef ds:uri="http://www.w3.org/2001/XMLSchema"/>
  </ds:schemaRefs>
</ds:datastoreItem>
</file>

<file path=customXml/itemProps87.xml><?xml version="1.0" encoding="utf-8"?>
<ds:datastoreItem xmlns:ds="http://schemas.openxmlformats.org/officeDocument/2006/customXml" ds:itemID="{46D968D0-6659-47FF-8B25-5D76A3B3900D}">
  <ds:schemaRefs>
    <ds:schemaRef ds:uri="http://www.w3.org/2001/XMLSchema"/>
  </ds:schemaRefs>
</ds:datastoreItem>
</file>

<file path=customXml/itemProps88.xml><?xml version="1.0" encoding="utf-8"?>
<ds:datastoreItem xmlns:ds="http://schemas.openxmlformats.org/officeDocument/2006/customXml" ds:itemID="{9110629C-0320-4A27-982F-9731C3B6AAC3}">
  <ds:schemaRefs>
    <ds:schemaRef ds:uri="http://www.w3.org/2001/XMLSchema"/>
  </ds:schemaRefs>
</ds:datastoreItem>
</file>

<file path=customXml/itemProps89.xml><?xml version="1.0" encoding="utf-8"?>
<ds:datastoreItem xmlns:ds="http://schemas.openxmlformats.org/officeDocument/2006/customXml" ds:itemID="{161CD854-D17F-4F86-991A-168F9EBBF30D}">
  <ds:schemaRefs>
    <ds:schemaRef ds:uri="http://www.w3.org/2001/XMLSchema"/>
  </ds:schemaRefs>
</ds:datastoreItem>
</file>

<file path=customXml/itemProps90.xml><?xml version="1.0" encoding="utf-8"?>
<ds:datastoreItem xmlns:ds="http://schemas.openxmlformats.org/officeDocument/2006/customXml" ds:itemID="{2EC52872-3C46-4CDF-9C6C-ED7F008AFF66}">
  <ds:schemaRefs>
    <ds:schemaRef ds:uri="http://www.w3.org/2001/XMLSchema"/>
  </ds:schemaRefs>
</ds:datastoreItem>
</file>

<file path=customXml/itemProps91.xml><?xml version="1.0" encoding="utf-8"?>
<ds:datastoreItem xmlns:ds="http://schemas.openxmlformats.org/officeDocument/2006/customXml" ds:itemID="{4B43BBF6-0AB6-4627-A06D-4E945EC9F165}">
  <ds:schemaRefs>
    <ds:schemaRef ds:uri="http://www.w3.org/2001/XMLSchema"/>
  </ds:schemaRefs>
</ds:datastoreItem>
</file>

<file path=customXml/itemProps92.xml><?xml version="1.0" encoding="utf-8"?>
<ds:datastoreItem xmlns:ds="http://schemas.openxmlformats.org/officeDocument/2006/customXml" ds:itemID="{AC7C6AB4-FAD6-46AC-A92C-658EF2C3B400}">
  <ds:schemaRefs>
    <ds:schemaRef ds:uri="http://www.w3.org/2001/XMLSchema"/>
  </ds:schemaRefs>
</ds:datastoreItem>
</file>

<file path=customXml/itemProps93.xml><?xml version="1.0" encoding="utf-8"?>
<ds:datastoreItem xmlns:ds="http://schemas.openxmlformats.org/officeDocument/2006/customXml" ds:itemID="{76CC9D62-418B-45EB-828F-CEE509841CD7}">
  <ds:schemaRefs>
    <ds:schemaRef ds:uri="http://www.w3.org/2001/XMLSchema"/>
  </ds:schemaRefs>
</ds:datastoreItem>
</file>

<file path=customXml/itemProps94.xml><?xml version="1.0" encoding="utf-8"?>
<ds:datastoreItem xmlns:ds="http://schemas.openxmlformats.org/officeDocument/2006/customXml" ds:itemID="{862BEF68-6E43-42D1-8AE3-0154CF972C8A}">
  <ds:schemaRefs>
    <ds:schemaRef ds:uri="http://www.w3.org/2001/XMLSchema"/>
  </ds:schemaRefs>
</ds:datastoreItem>
</file>

<file path=customXml/itemProps95.xml><?xml version="1.0" encoding="utf-8"?>
<ds:datastoreItem xmlns:ds="http://schemas.openxmlformats.org/officeDocument/2006/customXml" ds:itemID="{49C96D17-5F77-4887-A543-A9EBDB25FE67}">
  <ds:schemaRefs>
    <ds:schemaRef ds:uri="http://www.w3.org/2001/XMLSchema"/>
  </ds:schemaRefs>
</ds:datastoreItem>
</file>

<file path=customXml/itemProps96.xml><?xml version="1.0" encoding="utf-8"?>
<ds:datastoreItem xmlns:ds="http://schemas.openxmlformats.org/officeDocument/2006/customXml" ds:itemID="{3C9981FC-9582-402E-A91E-49800827834E}">
  <ds:schemaRefs>
    <ds:schemaRef ds:uri="http://www.w3.org/2001/XMLSchema"/>
  </ds:schemaRefs>
</ds:datastoreItem>
</file>

<file path=customXml/itemProps97.xml><?xml version="1.0" encoding="utf-8"?>
<ds:datastoreItem xmlns:ds="http://schemas.openxmlformats.org/officeDocument/2006/customXml" ds:itemID="{3AC796FB-30DA-4F9F-9D95-8653DEA9BBA1}">
  <ds:schemaRefs>
    <ds:schemaRef ds:uri="http://www.w3.org/2001/XMLSchema"/>
  </ds:schemaRefs>
</ds:datastoreItem>
</file>

<file path=customXml/itemProps98.xml><?xml version="1.0" encoding="utf-8"?>
<ds:datastoreItem xmlns:ds="http://schemas.openxmlformats.org/officeDocument/2006/customXml" ds:itemID="{ED7999E6-A8A1-4424-95EF-9DC691E88199}">
  <ds:schemaRefs>
    <ds:schemaRef ds:uri="http://www.w3.org/2001/XMLSchema"/>
  </ds:schemaRefs>
</ds:datastoreItem>
</file>

<file path=customXml/itemProps99.xml><?xml version="1.0" encoding="utf-8"?>
<ds:datastoreItem xmlns:ds="http://schemas.openxmlformats.org/officeDocument/2006/customXml" ds:itemID="{5CBF1673-D87A-4E92-828B-17EAB308FE6A}">
  <ds:schemaRefs>
    <ds:schemaRef ds:uri="http://www.w3.org/2001/XMLSchema"/>
  </ds:schemaRefs>
</ds:datastoreItem>
</file>

<file path=customXml/itemProps100.xml><?xml version="1.0" encoding="utf-8"?>
<ds:datastoreItem xmlns:ds="http://schemas.openxmlformats.org/officeDocument/2006/customXml" ds:itemID="{6B2EBD35-B726-470C-AC0F-F8C56EAE18D2}">
  <ds:schemaRefs>
    <ds:schemaRef ds:uri="http://www.w3.org/2001/XMLSchema"/>
  </ds:schemaRefs>
</ds:datastoreItem>
</file>

<file path=customXml/itemProps101.xml><?xml version="1.0" encoding="utf-8"?>
<ds:datastoreItem xmlns:ds="http://schemas.openxmlformats.org/officeDocument/2006/customXml" ds:itemID="{6D56F4CD-C296-483C-915F-CEF20ABE3A65}">
  <ds:schemaRefs>
    <ds:schemaRef ds:uri="http://www.w3.org/2001/XMLSchema"/>
  </ds:schemaRefs>
</ds:datastoreItem>
</file>

<file path=customXml/itemProps102.xml><?xml version="1.0" encoding="utf-8"?>
<ds:datastoreItem xmlns:ds="http://schemas.openxmlformats.org/officeDocument/2006/customXml" ds:itemID="{FA56361D-A450-4CE7-BB74-F2C16FCC8C92}">
  <ds:schemaRefs>
    <ds:schemaRef ds:uri="http://www.w3.org/2001/XMLSchema"/>
  </ds:schemaRefs>
</ds:datastoreItem>
</file>

<file path=customXml/itemProps103.xml><?xml version="1.0" encoding="utf-8"?>
<ds:datastoreItem xmlns:ds="http://schemas.openxmlformats.org/officeDocument/2006/customXml" ds:itemID="{5AB622DA-7ABC-4F06-B38B-8A565BCE062A}">
  <ds:schemaRefs>
    <ds:schemaRef ds:uri="http://www.w3.org/2001/XMLSchema"/>
  </ds:schemaRefs>
</ds:datastoreItem>
</file>

<file path=customXml/itemProps104.xml><?xml version="1.0" encoding="utf-8"?>
<ds:datastoreItem xmlns:ds="http://schemas.openxmlformats.org/officeDocument/2006/customXml" ds:itemID="{E39BAAD4-687A-435B-B33B-05463C587827}">
  <ds:schemaRefs>
    <ds:schemaRef ds:uri="http://www.w3.org/2001/XMLSchema"/>
  </ds:schemaRefs>
</ds:datastoreItem>
</file>

<file path=customXml/itemProps105.xml><?xml version="1.0" encoding="utf-8"?>
<ds:datastoreItem xmlns:ds="http://schemas.openxmlformats.org/officeDocument/2006/customXml" ds:itemID="{EF8E0CE1-CB21-4481-AE59-2862AE020584}">
  <ds:schemaRefs>
    <ds:schemaRef ds:uri="http://www.w3.org/2001/XMLSchema"/>
  </ds:schemaRefs>
</ds:datastoreItem>
</file>

<file path=customXml/itemProps106.xml><?xml version="1.0" encoding="utf-8"?>
<ds:datastoreItem xmlns:ds="http://schemas.openxmlformats.org/officeDocument/2006/customXml" ds:itemID="{EFE6E127-B9C0-4053-BB10-D77F42E8BDCC}">
  <ds:schemaRefs>
    <ds:schemaRef ds:uri="http://www.w3.org/2001/XMLSchema"/>
  </ds:schemaRefs>
</ds:datastoreItem>
</file>

<file path=customXml/itemProps107.xml><?xml version="1.0" encoding="utf-8"?>
<ds:datastoreItem xmlns:ds="http://schemas.openxmlformats.org/officeDocument/2006/customXml" ds:itemID="{2A8738D5-A7A9-4973-A34F-8DADB563915B}">
  <ds:schemaRefs>
    <ds:schemaRef ds:uri="http://www.w3.org/2001/XMLSchema"/>
  </ds:schemaRefs>
</ds:datastoreItem>
</file>

<file path=customXml/itemProps108.xml><?xml version="1.0" encoding="utf-8"?>
<ds:datastoreItem xmlns:ds="http://schemas.openxmlformats.org/officeDocument/2006/customXml" ds:itemID="{C814511C-5AD9-494A-804E-713CD7C09E75}">
  <ds:schemaRefs>
    <ds:schemaRef ds:uri="http://www.w3.org/2001/XMLSchema"/>
  </ds:schemaRefs>
</ds:datastoreItem>
</file>

<file path=customXml/itemProps109.xml><?xml version="1.0" encoding="utf-8"?>
<ds:datastoreItem xmlns:ds="http://schemas.openxmlformats.org/officeDocument/2006/customXml" ds:itemID="{7DB541B6-86DC-497D-95C5-B8F136A3B0E1}">
  <ds:schemaRefs>
    <ds:schemaRef ds:uri="http://www.w3.org/2001/XMLSchema"/>
  </ds:schemaRefs>
</ds:datastoreItem>
</file>

<file path=customXml/itemProps110.xml><?xml version="1.0" encoding="utf-8"?>
<ds:datastoreItem xmlns:ds="http://schemas.openxmlformats.org/officeDocument/2006/customXml" ds:itemID="{6BFCD811-592A-4AC2-9FB0-8F731C7DBF54}">
  <ds:schemaRefs>
    <ds:schemaRef ds:uri="http://www.w3.org/2001/XMLSchema"/>
  </ds:schemaRefs>
</ds:datastoreItem>
</file>

<file path=customXml/itemProps111.xml><?xml version="1.0" encoding="utf-8"?>
<ds:datastoreItem xmlns:ds="http://schemas.openxmlformats.org/officeDocument/2006/customXml" ds:itemID="{88819C73-A103-46AB-9243-797E9A7F5563}">
  <ds:schemaRefs>
    <ds:schemaRef ds:uri="http://www.w3.org/2001/XMLSchema"/>
  </ds:schemaRefs>
</ds:datastoreItem>
</file>

<file path=customXml/itemProps112.xml><?xml version="1.0" encoding="utf-8"?>
<ds:datastoreItem xmlns:ds="http://schemas.openxmlformats.org/officeDocument/2006/customXml" ds:itemID="{88D3C5B7-8418-451C-90D6-0E1F02E97C00}">
  <ds:schemaRefs>
    <ds:schemaRef ds:uri="http://www.w3.org/2001/XMLSchema"/>
  </ds:schemaRefs>
</ds:datastoreItem>
</file>

<file path=customXml/itemProps113.xml><?xml version="1.0" encoding="utf-8"?>
<ds:datastoreItem xmlns:ds="http://schemas.openxmlformats.org/officeDocument/2006/customXml" ds:itemID="{C8432C0A-3BCA-4C9B-A6BB-99D0CAC7131D}">
  <ds:schemaRefs>
    <ds:schemaRef ds:uri="http://www.w3.org/2001/XMLSchema"/>
  </ds:schemaRefs>
</ds:datastoreItem>
</file>

<file path=customXml/itemProps114.xml><?xml version="1.0" encoding="utf-8"?>
<ds:datastoreItem xmlns:ds="http://schemas.openxmlformats.org/officeDocument/2006/customXml" ds:itemID="{0254C582-CF7B-4B56-A25D-FEB8850218E8}">
  <ds:schemaRefs>
    <ds:schemaRef ds:uri="http://www.w3.org/2001/XMLSchema"/>
  </ds:schemaRefs>
</ds:datastoreItem>
</file>

<file path=customXml/itemProps115.xml><?xml version="1.0" encoding="utf-8"?>
<ds:datastoreItem xmlns:ds="http://schemas.openxmlformats.org/officeDocument/2006/customXml" ds:itemID="{D69FDCFC-95D9-4568-9F8A-5A110A60AC3D}">
  <ds:schemaRefs>
    <ds:schemaRef ds:uri="http://www.w3.org/2001/XMLSchema"/>
  </ds:schemaRefs>
</ds:datastoreItem>
</file>

<file path=customXml/itemProps116.xml><?xml version="1.0" encoding="utf-8"?>
<ds:datastoreItem xmlns:ds="http://schemas.openxmlformats.org/officeDocument/2006/customXml" ds:itemID="{E05C5EDB-23EB-4896-976F-E03AC7E9A03F}">
  <ds:schemaRefs>
    <ds:schemaRef ds:uri="http://www.w3.org/2001/XMLSchema"/>
  </ds:schemaRefs>
</ds:datastoreItem>
</file>

<file path=customXml/itemProps117.xml><?xml version="1.0" encoding="utf-8"?>
<ds:datastoreItem xmlns:ds="http://schemas.openxmlformats.org/officeDocument/2006/customXml" ds:itemID="{06899790-5268-43F3-BBAE-DB73A4387618}">
  <ds:schemaRefs>
    <ds:schemaRef ds:uri="http://www.w3.org/2001/XMLSchema"/>
  </ds:schemaRefs>
</ds:datastoreItem>
</file>

<file path=customXml/itemProps118.xml><?xml version="1.0" encoding="utf-8"?>
<ds:datastoreItem xmlns:ds="http://schemas.openxmlformats.org/officeDocument/2006/customXml" ds:itemID="{B9BB2B93-A69E-475A-A4C0-83DE40F14BDB}">
  <ds:schemaRefs>
    <ds:schemaRef ds:uri="http://www.w3.org/2001/XMLSchema"/>
  </ds:schemaRefs>
</ds:datastoreItem>
</file>

<file path=customXml/itemProps119.xml><?xml version="1.0" encoding="utf-8"?>
<ds:datastoreItem xmlns:ds="http://schemas.openxmlformats.org/officeDocument/2006/customXml" ds:itemID="{385B20E4-45CF-4200-B4E1-DC9D54EEBCC2}">
  <ds:schemaRefs>
    <ds:schemaRef ds:uri="http://www.w3.org/2001/XMLSchema"/>
  </ds:schemaRefs>
</ds:datastoreItem>
</file>

<file path=customXml/itemProps120.xml><?xml version="1.0" encoding="utf-8"?>
<ds:datastoreItem xmlns:ds="http://schemas.openxmlformats.org/officeDocument/2006/customXml" ds:itemID="{53196934-3D6A-46EB-A944-B7C20B275DEA}">
  <ds:schemaRefs>
    <ds:schemaRef ds:uri="http://www.w3.org/2001/XMLSchema"/>
  </ds:schemaRefs>
</ds:datastoreItem>
</file>

<file path=customXml/itemProps121.xml><?xml version="1.0" encoding="utf-8"?>
<ds:datastoreItem xmlns:ds="http://schemas.openxmlformats.org/officeDocument/2006/customXml" ds:itemID="{067ABF51-A9D7-425D-8F83-D552AB256FDD}">
  <ds:schemaRefs>
    <ds:schemaRef ds:uri="http://www.w3.org/2001/XMLSchema"/>
  </ds:schemaRefs>
</ds:datastoreItem>
</file>

<file path=customXml/itemProps122.xml><?xml version="1.0" encoding="utf-8"?>
<ds:datastoreItem xmlns:ds="http://schemas.openxmlformats.org/officeDocument/2006/customXml" ds:itemID="{C2677D71-674E-4337-B5C8-358C52CAA148}">
  <ds:schemaRefs>
    <ds:schemaRef ds:uri="http://www.w3.org/2001/XMLSchema"/>
  </ds:schemaRefs>
</ds:datastoreItem>
</file>

<file path=customXml/itemProps123.xml><?xml version="1.0" encoding="utf-8"?>
<ds:datastoreItem xmlns:ds="http://schemas.openxmlformats.org/officeDocument/2006/customXml" ds:itemID="{1AC8C8DE-696B-4CE7-B7E4-CF47CF98EF37}">
  <ds:schemaRefs>
    <ds:schemaRef ds:uri="http://www.w3.org/2001/XMLSchema"/>
  </ds:schemaRefs>
</ds:datastoreItem>
</file>

<file path=customXml/itemProps124.xml><?xml version="1.0" encoding="utf-8"?>
<ds:datastoreItem xmlns:ds="http://schemas.openxmlformats.org/officeDocument/2006/customXml" ds:itemID="{BDDB28FD-603D-4E75-9B2E-617431DEDBC4}">
  <ds:schemaRefs>
    <ds:schemaRef ds:uri="http://www.w3.org/2001/XMLSchema"/>
  </ds:schemaRefs>
</ds:datastoreItem>
</file>

<file path=customXml/itemProps125.xml><?xml version="1.0" encoding="utf-8"?>
<ds:datastoreItem xmlns:ds="http://schemas.openxmlformats.org/officeDocument/2006/customXml" ds:itemID="{8A1F4BB6-CC48-415C-8AFE-DD701B674B84}">
  <ds:schemaRefs>
    <ds:schemaRef ds:uri="http://www.w3.org/2001/XMLSchema"/>
  </ds:schemaRefs>
</ds:datastoreItem>
</file>

<file path=customXml/itemProps126.xml><?xml version="1.0" encoding="utf-8"?>
<ds:datastoreItem xmlns:ds="http://schemas.openxmlformats.org/officeDocument/2006/customXml" ds:itemID="{FFD761D3-A858-4936-8CE5-D88EF64B8252}">
  <ds:schemaRefs>
    <ds:schemaRef ds:uri="http://www.w3.org/2001/XMLSchema"/>
  </ds:schemaRefs>
</ds:datastoreItem>
</file>

<file path=customXml/itemProps127.xml><?xml version="1.0" encoding="utf-8"?>
<ds:datastoreItem xmlns:ds="http://schemas.openxmlformats.org/officeDocument/2006/customXml" ds:itemID="{3DA9EEA3-6583-4E66-B80A-957A7D1AC332}">
  <ds:schemaRefs>
    <ds:schemaRef ds:uri="http://www.w3.org/2001/XMLSchema"/>
  </ds:schemaRefs>
</ds:datastoreItem>
</file>

<file path=customXml/itemProps128.xml><?xml version="1.0" encoding="utf-8"?>
<ds:datastoreItem xmlns:ds="http://schemas.openxmlformats.org/officeDocument/2006/customXml" ds:itemID="{F51332DB-9DBA-451D-87F6-FF5FD7097410}">
  <ds:schemaRefs>
    <ds:schemaRef ds:uri="http://www.w3.org/2001/XMLSchema"/>
  </ds:schemaRefs>
</ds:datastoreItem>
</file>

<file path=customXml/itemProps129.xml><?xml version="1.0" encoding="utf-8"?>
<ds:datastoreItem xmlns:ds="http://schemas.openxmlformats.org/officeDocument/2006/customXml" ds:itemID="{DD91A230-25DD-4296-BBE1-1C4E7DA3F1AC}">
  <ds:schemaRefs>
    <ds:schemaRef ds:uri="http://www.w3.org/2001/XMLSchema"/>
  </ds:schemaRefs>
</ds:datastoreItem>
</file>

<file path=customXml/itemProps130.xml><?xml version="1.0" encoding="utf-8"?>
<ds:datastoreItem xmlns:ds="http://schemas.openxmlformats.org/officeDocument/2006/customXml" ds:itemID="{873CFD49-AEE3-4CC2-A92D-EC8E8ECC20DE}">
  <ds:schemaRefs>
    <ds:schemaRef ds:uri="http://www.w3.org/2001/XMLSchema"/>
  </ds:schemaRefs>
</ds:datastoreItem>
</file>

<file path=customXml/itemProps131.xml><?xml version="1.0" encoding="utf-8"?>
<ds:datastoreItem xmlns:ds="http://schemas.openxmlformats.org/officeDocument/2006/customXml" ds:itemID="{FED49E19-F5A7-4F19-8AA3-48BCCB09F382}">
  <ds:schemaRefs>
    <ds:schemaRef ds:uri="http://www.w3.org/2001/XMLSchema"/>
  </ds:schemaRefs>
</ds:datastoreItem>
</file>

<file path=customXml/itemProps132.xml><?xml version="1.0" encoding="utf-8"?>
<ds:datastoreItem xmlns:ds="http://schemas.openxmlformats.org/officeDocument/2006/customXml" ds:itemID="{D9F16841-F793-4C14-AAA0-AC0C3E6C4C7A}">
  <ds:schemaRefs>
    <ds:schemaRef ds:uri="http://www.w3.org/2001/XMLSchema"/>
  </ds:schemaRefs>
</ds:datastoreItem>
</file>

<file path=customXml/itemProps133.xml><?xml version="1.0" encoding="utf-8"?>
<ds:datastoreItem xmlns:ds="http://schemas.openxmlformats.org/officeDocument/2006/customXml" ds:itemID="{4E778655-FA04-4241-B403-27D321F2C01B}">
  <ds:schemaRefs>
    <ds:schemaRef ds:uri="http://www.w3.org/2001/XMLSchema"/>
  </ds:schemaRefs>
</ds:datastoreItem>
</file>

<file path=customXml/itemProps134.xml><?xml version="1.0" encoding="utf-8"?>
<ds:datastoreItem xmlns:ds="http://schemas.openxmlformats.org/officeDocument/2006/customXml" ds:itemID="{66A236E5-56F9-4652-84FD-C0040C2954CC}">
  <ds:schemaRefs>
    <ds:schemaRef ds:uri="http://www.w3.org/2001/XMLSchema"/>
  </ds:schemaRefs>
</ds:datastoreItem>
</file>

<file path=customXml/itemProps135.xml><?xml version="1.0" encoding="utf-8"?>
<ds:datastoreItem xmlns:ds="http://schemas.openxmlformats.org/officeDocument/2006/customXml" ds:itemID="{26C99BC6-C1E7-4225-AB98-DB3D85EBED75}">
  <ds:schemaRefs>
    <ds:schemaRef ds:uri="http://www.w3.org/2001/XMLSchema"/>
  </ds:schemaRefs>
</ds:datastoreItem>
</file>

<file path=customXml/itemProps136.xml><?xml version="1.0" encoding="utf-8"?>
<ds:datastoreItem xmlns:ds="http://schemas.openxmlformats.org/officeDocument/2006/customXml" ds:itemID="{6DEBA974-253C-45C2-ACB9-CC2A9B6E032C}">
  <ds:schemaRefs>
    <ds:schemaRef ds:uri="http://www.w3.org/2001/XMLSchema"/>
  </ds:schemaRefs>
</ds:datastoreItem>
</file>

<file path=customXml/itemProps137.xml><?xml version="1.0" encoding="utf-8"?>
<ds:datastoreItem xmlns:ds="http://schemas.openxmlformats.org/officeDocument/2006/customXml" ds:itemID="{E247D3B0-6D15-4B2A-8F6A-878CF54B634E}">
  <ds:schemaRefs>
    <ds:schemaRef ds:uri="http://www.w3.org/2001/XMLSchema"/>
  </ds:schemaRefs>
</ds:datastoreItem>
</file>

<file path=customXml/itemProps138.xml><?xml version="1.0" encoding="utf-8"?>
<ds:datastoreItem xmlns:ds="http://schemas.openxmlformats.org/officeDocument/2006/customXml" ds:itemID="{03FDDA5A-2F28-4310-B5FD-B02DB924FC62}">
  <ds:schemaRefs>
    <ds:schemaRef ds:uri="http://www.w3.org/2001/XMLSchema"/>
  </ds:schemaRefs>
</ds:datastoreItem>
</file>

<file path=customXml/itemProps139.xml><?xml version="1.0" encoding="utf-8"?>
<ds:datastoreItem xmlns:ds="http://schemas.openxmlformats.org/officeDocument/2006/customXml" ds:itemID="{518237E3-F984-4159-8BD5-9D1855D9F6C0}">
  <ds:schemaRefs>
    <ds:schemaRef ds:uri="http://www.w3.org/2001/XMLSchema"/>
  </ds:schemaRefs>
</ds:datastoreItem>
</file>

<file path=customXml/itemProps140.xml><?xml version="1.0" encoding="utf-8"?>
<ds:datastoreItem xmlns:ds="http://schemas.openxmlformats.org/officeDocument/2006/customXml" ds:itemID="{2F27C386-8E5E-4DE0-BCAC-910D1EBE5362}">
  <ds:schemaRefs>
    <ds:schemaRef ds:uri="http://www.w3.org/2001/XMLSchema"/>
  </ds:schemaRefs>
</ds:datastoreItem>
</file>

<file path=customXml/itemProps141.xml><?xml version="1.0" encoding="utf-8"?>
<ds:datastoreItem xmlns:ds="http://schemas.openxmlformats.org/officeDocument/2006/customXml" ds:itemID="{12CCFEAB-D237-49EE-94DC-FB979C56E136}">
  <ds:schemaRefs>
    <ds:schemaRef ds:uri="http://www.w3.org/2001/XMLSchema"/>
  </ds:schemaRefs>
</ds:datastoreItem>
</file>

<file path=customXml/itemProps142.xml><?xml version="1.0" encoding="utf-8"?>
<ds:datastoreItem xmlns:ds="http://schemas.openxmlformats.org/officeDocument/2006/customXml" ds:itemID="{7051988A-921D-4312-9BB6-654DA9438E04}">
  <ds:schemaRefs>
    <ds:schemaRef ds:uri="http://www.w3.org/2001/XMLSchema"/>
  </ds:schemaRefs>
</ds:datastoreItem>
</file>

<file path=customXml/itemProps143.xml><?xml version="1.0" encoding="utf-8"?>
<ds:datastoreItem xmlns:ds="http://schemas.openxmlformats.org/officeDocument/2006/customXml" ds:itemID="{AE35B8B4-666C-477A-B1BC-FD0E773837CB}">
  <ds:schemaRefs>
    <ds:schemaRef ds:uri="http://www.w3.org/2001/XMLSchema"/>
  </ds:schemaRefs>
</ds:datastoreItem>
</file>

<file path=customXml/itemProps144.xml><?xml version="1.0" encoding="utf-8"?>
<ds:datastoreItem xmlns:ds="http://schemas.openxmlformats.org/officeDocument/2006/customXml" ds:itemID="{BE171605-8555-42F5-A6A7-C6E761F2FD16}">
  <ds:schemaRefs>
    <ds:schemaRef ds:uri="http://www.w3.org/2001/XMLSchema"/>
  </ds:schemaRefs>
</ds:datastoreItem>
</file>

<file path=customXml/itemProps145.xml><?xml version="1.0" encoding="utf-8"?>
<ds:datastoreItem xmlns:ds="http://schemas.openxmlformats.org/officeDocument/2006/customXml" ds:itemID="{56B9FFA2-6E74-476C-86C5-3C979F6FE3F9}">
  <ds:schemaRefs>
    <ds:schemaRef ds:uri="http://www.w3.org/2001/XMLSchema"/>
  </ds:schemaRefs>
</ds:datastoreItem>
</file>

<file path=customXml/itemProps146.xml><?xml version="1.0" encoding="utf-8"?>
<ds:datastoreItem xmlns:ds="http://schemas.openxmlformats.org/officeDocument/2006/customXml" ds:itemID="{63D5CD90-714F-4F6C-B56B-DB94E5F80EE1}">
  <ds:schemaRefs>
    <ds:schemaRef ds:uri="http://www.w3.org/2001/XMLSchema"/>
  </ds:schemaRefs>
</ds:datastoreItem>
</file>

<file path=customXml/itemProps147.xml><?xml version="1.0" encoding="utf-8"?>
<ds:datastoreItem xmlns:ds="http://schemas.openxmlformats.org/officeDocument/2006/customXml" ds:itemID="{350150F8-0C93-49E5-A2B9-A2876D149CDF}">
  <ds:schemaRefs>
    <ds:schemaRef ds:uri="http://www.w3.org/2001/XMLSchema"/>
  </ds:schemaRefs>
</ds:datastoreItem>
</file>

<file path=customXml/itemProps148.xml><?xml version="1.0" encoding="utf-8"?>
<ds:datastoreItem xmlns:ds="http://schemas.openxmlformats.org/officeDocument/2006/customXml" ds:itemID="{AEEA2C3D-41DF-439E-A628-5B2AE553272A}">
  <ds:schemaRefs>
    <ds:schemaRef ds:uri="http://www.w3.org/2001/XMLSchema"/>
  </ds:schemaRefs>
</ds:datastoreItem>
</file>

<file path=customXml/itemProps149.xml><?xml version="1.0" encoding="utf-8"?>
<ds:datastoreItem xmlns:ds="http://schemas.openxmlformats.org/officeDocument/2006/customXml" ds:itemID="{FB74ACFB-A99D-4864-9CDF-2BD445351BD4}">
  <ds:schemaRefs>
    <ds:schemaRef ds:uri="http://www.w3.org/2001/XMLSchema"/>
  </ds:schemaRefs>
</ds:datastoreItem>
</file>

<file path=customXml/itemProps150.xml><?xml version="1.0" encoding="utf-8"?>
<ds:datastoreItem xmlns:ds="http://schemas.openxmlformats.org/officeDocument/2006/customXml" ds:itemID="{9CAEF40A-810E-4A2C-86A4-24A0CD47B646}">
  <ds:schemaRefs>
    <ds:schemaRef ds:uri="http://www.w3.org/2001/XMLSchema"/>
  </ds:schemaRefs>
</ds:datastoreItem>
</file>

<file path=customXml/itemProps151.xml><?xml version="1.0" encoding="utf-8"?>
<ds:datastoreItem xmlns:ds="http://schemas.openxmlformats.org/officeDocument/2006/customXml" ds:itemID="{95BE5785-AE95-495D-B4E2-69C74612CDD5}">
  <ds:schemaRefs>
    <ds:schemaRef ds:uri="http://www.w3.org/2001/XMLSchema"/>
  </ds:schemaRefs>
</ds:datastoreItem>
</file>

<file path=customXml/itemProps152.xml><?xml version="1.0" encoding="utf-8"?>
<ds:datastoreItem xmlns:ds="http://schemas.openxmlformats.org/officeDocument/2006/customXml" ds:itemID="{2C546FA6-7D3D-4D04-A650-C8AD716D92E1}">
  <ds:schemaRefs>
    <ds:schemaRef ds:uri="http://www.w3.org/2001/XMLSchema"/>
  </ds:schemaRefs>
</ds:datastoreItem>
</file>

<file path=customXml/itemProps153.xml><?xml version="1.0" encoding="utf-8"?>
<ds:datastoreItem xmlns:ds="http://schemas.openxmlformats.org/officeDocument/2006/customXml" ds:itemID="{4729DA4A-E8C0-41D9-A96F-56CCCABE2EA7}">
  <ds:schemaRefs>
    <ds:schemaRef ds:uri="http://www.w3.org/2001/XMLSchema"/>
  </ds:schemaRefs>
</ds:datastoreItem>
</file>

<file path=customXml/itemProps154.xml><?xml version="1.0" encoding="utf-8"?>
<ds:datastoreItem xmlns:ds="http://schemas.openxmlformats.org/officeDocument/2006/customXml" ds:itemID="{8B36D47E-3237-4D92-BE50-677F7E48B6E3}">
  <ds:schemaRefs>
    <ds:schemaRef ds:uri="http://www.w3.org/2001/XMLSchema"/>
  </ds:schemaRefs>
</ds:datastoreItem>
</file>

<file path=customXml/itemProps155.xml><?xml version="1.0" encoding="utf-8"?>
<ds:datastoreItem xmlns:ds="http://schemas.openxmlformats.org/officeDocument/2006/customXml" ds:itemID="{7FED3C4E-3D04-4F3D-8D41-3692846FCB94}">
  <ds:schemaRefs>
    <ds:schemaRef ds:uri="http://www.w3.org/2001/XMLSchema"/>
  </ds:schemaRefs>
</ds:datastoreItem>
</file>

<file path=customXml/itemProps156.xml><?xml version="1.0" encoding="utf-8"?>
<ds:datastoreItem xmlns:ds="http://schemas.openxmlformats.org/officeDocument/2006/customXml" ds:itemID="{646B05F3-77E9-4848-95BD-34D770D752D3}">
  <ds:schemaRefs>
    <ds:schemaRef ds:uri="http://www.w3.org/2001/XMLSchema"/>
  </ds:schemaRefs>
</ds:datastoreItem>
</file>

<file path=customXml/itemProps157.xml><?xml version="1.0" encoding="utf-8"?>
<ds:datastoreItem xmlns:ds="http://schemas.openxmlformats.org/officeDocument/2006/customXml" ds:itemID="{E063553D-9369-4075-9B3E-D8485DF28E99}">
  <ds:schemaRefs>
    <ds:schemaRef ds:uri="http://www.w3.org/2001/XMLSchema"/>
  </ds:schemaRefs>
</ds:datastoreItem>
</file>

<file path=customXml/itemProps158.xml><?xml version="1.0" encoding="utf-8"?>
<ds:datastoreItem xmlns:ds="http://schemas.openxmlformats.org/officeDocument/2006/customXml" ds:itemID="{C19E5E76-A27B-4D64-AD2A-565B59DA1453}">
  <ds:schemaRefs>
    <ds:schemaRef ds:uri="http://www.w3.org/2001/XMLSchema"/>
  </ds:schemaRefs>
</ds:datastoreItem>
</file>

<file path=customXml/itemProps159.xml><?xml version="1.0" encoding="utf-8"?>
<ds:datastoreItem xmlns:ds="http://schemas.openxmlformats.org/officeDocument/2006/customXml" ds:itemID="{8E53378E-3551-42CB-AA6C-F2660D9EBF02}">
  <ds:schemaRefs>
    <ds:schemaRef ds:uri="http://www.w3.org/2001/XMLSchema"/>
  </ds:schemaRefs>
</ds:datastoreItem>
</file>

<file path=customXml/itemProps160.xml><?xml version="1.0" encoding="utf-8"?>
<ds:datastoreItem xmlns:ds="http://schemas.openxmlformats.org/officeDocument/2006/customXml" ds:itemID="{7BD3FEB3-5CE8-492D-AF71-5E2A52B054B9}">
  <ds:schemaRefs>
    <ds:schemaRef ds:uri="http://www.w3.org/2001/XMLSchema"/>
  </ds:schemaRefs>
</ds:datastoreItem>
</file>

<file path=customXml/itemProps161.xml><?xml version="1.0" encoding="utf-8"?>
<ds:datastoreItem xmlns:ds="http://schemas.openxmlformats.org/officeDocument/2006/customXml" ds:itemID="{397CB31B-DE66-47DE-BFEE-DC5CAC2E32DB}">
  <ds:schemaRefs>
    <ds:schemaRef ds:uri="http://www.w3.org/2001/XMLSchema"/>
  </ds:schemaRefs>
</ds:datastoreItem>
</file>

<file path=customXml/itemProps162.xml><?xml version="1.0" encoding="utf-8"?>
<ds:datastoreItem xmlns:ds="http://schemas.openxmlformats.org/officeDocument/2006/customXml" ds:itemID="{735BDD0F-9ECE-4F4C-B9F1-58E906BE46B8}">
  <ds:schemaRefs>
    <ds:schemaRef ds:uri="http://www.w3.org/2001/XMLSchema"/>
  </ds:schemaRefs>
</ds:datastoreItem>
</file>

<file path=customXml/itemProps163.xml><?xml version="1.0" encoding="utf-8"?>
<ds:datastoreItem xmlns:ds="http://schemas.openxmlformats.org/officeDocument/2006/customXml" ds:itemID="{70982E8F-B483-4183-91FE-DB1DF4375600}">
  <ds:schemaRefs>
    <ds:schemaRef ds:uri="http://www.w3.org/2001/XMLSchema"/>
  </ds:schemaRefs>
</ds:datastoreItem>
</file>

<file path=customXml/itemProps164.xml><?xml version="1.0" encoding="utf-8"?>
<ds:datastoreItem xmlns:ds="http://schemas.openxmlformats.org/officeDocument/2006/customXml" ds:itemID="{C7893E90-385F-4881-BE33-FA9EE75FEA98}">
  <ds:schemaRefs>
    <ds:schemaRef ds:uri="http://www.w3.org/2001/XMLSchema"/>
  </ds:schemaRefs>
</ds:datastoreItem>
</file>

<file path=customXml/itemProps165.xml><?xml version="1.0" encoding="utf-8"?>
<ds:datastoreItem xmlns:ds="http://schemas.openxmlformats.org/officeDocument/2006/customXml" ds:itemID="{2201EB03-C258-4AE8-B65C-6C18B22BB71A}">
  <ds:schemaRefs>
    <ds:schemaRef ds:uri="http://www.w3.org/2001/XMLSchema"/>
  </ds:schemaRefs>
</ds:datastoreItem>
</file>

<file path=customXml/itemProps166.xml><?xml version="1.0" encoding="utf-8"?>
<ds:datastoreItem xmlns:ds="http://schemas.openxmlformats.org/officeDocument/2006/customXml" ds:itemID="{532C0263-3A9B-4EF3-9839-42CC84BA375F}">
  <ds:schemaRefs>
    <ds:schemaRef ds:uri="http://www.w3.org/2001/XMLSchema"/>
  </ds:schemaRefs>
</ds:datastoreItem>
</file>

<file path=customXml/itemProps167.xml><?xml version="1.0" encoding="utf-8"?>
<ds:datastoreItem xmlns:ds="http://schemas.openxmlformats.org/officeDocument/2006/customXml" ds:itemID="{A98D0BC6-0271-410E-A55B-B3CBD586A05A}">
  <ds:schemaRefs>
    <ds:schemaRef ds:uri="http://www.w3.org/2001/XMLSchema"/>
  </ds:schemaRefs>
</ds:datastoreItem>
</file>

<file path=customXml/itemProps168.xml><?xml version="1.0" encoding="utf-8"?>
<ds:datastoreItem xmlns:ds="http://schemas.openxmlformats.org/officeDocument/2006/customXml" ds:itemID="{17FD44F5-23B6-4D32-B77B-DB3EBCD4BDAE}">
  <ds:schemaRefs>
    <ds:schemaRef ds:uri="http://www.w3.org/2001/XMLSchema"/>
  </ds:schemaRefs>
</ds:datastoreItem>
</file>

<file path=customXml/itemProps169.xml><?xml version="1.0" encoding="utf-8"?>
<ds:datastoreItem xmlns:ds="http://schemas.openxmlformats.org/officeDocument/2006/customXml" ds:itemID="{544F1D66-B10C-4B91-9D8E-3EEA0D430800}">
  <ds:schemaRefs>
    <ds:schemaRef ds:uri="http://www.w3.org/2001/XMLSchema"/>
  </ds:schemaRefs>
</ds:datastoreItem>
</file>

<file path=customXml/itemProps170.xml><?xml version="1.0" encoding="utf-8"?>
<ds:datastoreItem xmlns:ds="http://schemas.openxmlformats.org/officeDocument/2006/customXml" ds:itemID="{50D85F5C-5B19-48C6-9BBF-AE0678F37843}">
  <ds:schemaRefs>
    <ds:schemaRef ds:uri="http://www.w3.org/2001/XMLSchema"/>
  </ds:schemaRefs>
</ds:datastoreItem>
</file>

<file path=customXml/itemProps171.xml><?xml version="1.0" encoding="utf-8"?>
<ds:datastoreItem xmlns:ds="http://schemas.openxmlformats.org/officeDocument/2006/customXml" ds:itemID="{7C42B602-7515-473E-8F1E-5503EC3B9FB1}">
  <ds:schemaRef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MAR2026.Classic16x9</Template>
  <TotalTime>230</TotalTime>
  <Words>2132</Words>
  <Application>Microsoft Office PowerPoint</Application>
  <PresentationFormat>Widescreen</PresentationFormat>
  <Paragraphs>162</Paragraphs>
  <Slides>10</Slides>
  <Notes>5</Notes>
  <HiddenSlides>1</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10</vt:i4>
      </vt:variant>
    </vt:vector>
  </HeadingPairs>
  <TitlesOfParts>
    <vt:vector size="14" baseType="lpstr">
      <vt:lpstr>Arial</vt:lpstr>
      <vt:lpstr>Georgia Pro Light</vt:lpstr>
      <vt:lpstr>MARSH</vt:lpstr>
      <vt:lpstr>MARSH</vt:lpstr>
      <vt:lpstr>Finding the Fulcrum: Merton life-cycle model with mismatch risk for LDI overlay optimization under the Wtp</vt:lpstr>
      <vt:lpstr>Agenda</vt:lpstr>
      <vt:lpstr>Problem description</vt:lpstr>
      <vt:lpstr>Problem: mismatch return under the Wtp</vt:lpstr>
      <vt:lpstr>Modelling approach</vt:lpstr>
      <vt:lpstr>Merton life-cycle model with mismatch risk</vt:lpstr>
      <vt:lpstr>Results &amp; next steps</vt:lpstr>
      <vt:lpstr>Base-base case: benchmark policies</vt:lpstr>
      <vt:lpstr>Roadmap: three model cases</vt:lpstr>
      <vt:lpstr>PowerPoint Presentation</vt:lpstr>
    </vt:vector>
  </TitlesOfParts>
  <Company>Mercer (Nederland) B.V.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Frank Heijnen</dc:creator>
  <cp:lastModifiedBy>Heijnen, Frank</cp:lastModifiedBy>
  <cp:revision>1</cp:revision>
  <dcterms:created xsi:type="dcterms:W3CDTF">2026-10-01T12:20:30Z</dcterms:created>
  <dcterms:modified xsi:type="dcterms:W3CDTF">2026-10-21T14:06:37Z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vt:lpwstr>MAR2026.Classic16x9</vt:lpwstr>
  </property>
  <property fmtid="{D5CDD505-2E9C-101B-9397-08002B2CF9AE}" pid="3" name="TemplateVersion">
    <vt:lpwstr>10.2</vt:lpwstr>
  </property>
  <property fmtid="{D5CDD505-2E9C-101B-9397-08002B2CF9AE}" pid="4" name="MMCOA_Template">
    <vt:lpwstr>MAR2026.Classic16x9</vt:lpwstr>
  </property>
  <property fmtid="{D5CDD505-2E9C-101B-9397-08002B2CF9AE}" pid="5" name="MMCOA_UI_Language">
    <vt:lpwstr>en-GB</vt:lpwstr>
  </property>
  <property fmtid="{D5CDD505-2E9C-101B-9397-08002B2CF9AE}" pid="6" name="MMCOA_BaseCo">
    <vt:lpwstr>MER</vt:lpwstr>
  </property>
  <property fmtid="{D5CDD505-2E9C-101B-9397-08002B2CF9AE}" pid="7" name="MMCOA_RegCo">
    <vt:lpwstr>322</vt:lpwstr>
  </property>
  <property fmtid="{D5CDD505-2E9C-101B-9397-08002B2CF9AE}" pid="8" name="MMCOA_Brand">
    <vt:lpwstr>MAR2026</vt:lpwstr>
  </property>
  <property fmtid="{D5CDD505-2E9C-101B-9397-08002B2CF9AE}" pid="9" name="MMCOA_FeatureSet">
    <vt:lpwstr>MAR_2026_v1</vt:lpwstr>
  </property>
  <property fmtid="{D5CDD505-2E9C-101B-9397-08002B2CF9AE}" pid="10" name="MMCOA_Language">
    <vt:lpwstr>nl</vt:lpwstr>
  </property>
  <property fmtid="{D5CDD505-2E9C-101B-9397-08002B2CF9AE}" pid="11" name="MMCOA_LanguageDateFormat">
    <vt:lpwstr>d MMMM yyyy</vt:lpwstr>
  </property>
  <property fmtid="{D5CDD505-2E9C-101B-9397-08002B2CF9AE}" pid="12" name="MMCOA_LanguageLocaleId">
    <vt:lpwstr>1043</vt:lpwstr>
  </property>
  <property fmtid="{D5CDD505-2E9C-101B-9397-08002B2CF9AE}" pid="13" name="MMCOA_CoverDigest">
    <vt:lpwstr>MAR2026;frame;MAR26_SolidColours_v1;SkyBlue;COLOUR;DARK;frame-top;White</vt:lpwstr>
  </property>
  <property fmtid="{D5CDD505-2E9C-101B-9397-08002B2CF9AE}" pid="14" name="MMCOA_FontSize">
    <vt:lpwstr>Medium</vt:lpwstr>
  </property>
  <property fmtid="{D5CDD505-2E9C-101B-9397-08002B2CF9AE}" pid="15" name="MMCOA_CoverImageID">
    <vt:lpwstr>73231441-2598-483f-b69b-d00c3dcfbca4</vt:lpwstr>
  </property>
  <property fmtid="{D5CDD505-2E9C-101B-9397-08002B2CF9AE}" pid="16" name="MMCOA_CoverImageFrameCrop">
    <vt:lpwstr>V|C</vt:lpwstr>
  </property>
  <property fmtid="{D5CDD505-2E9C-101B-9397-08002B2CF9AE}" pid="17" name="MSIP_Label_38f1469a-2c2a-4aee-b92b-090d4c5468ff_Enabled">
    <vt:lpwstr>true</vt:lpwstr>
  </property>
  <property fmtid="{D5CDD505-2E9C-101B-9397-08002B2CF9AE}" pid="18" name="MSIP_Label_38f1469a-2c2a-4aee-b92b-090d4c5468ff_SetDate">
    <vt:lpwstr>2026-10-01T12:23:17Z</vt:lpwstr>
  </property>
  <property fmtid="{D5CDD505-2E9C-101B-9397-08002B2CF9AE}" pid="19" name="MSIP_Label_38f1469a-2c2a-4aee-b92b-090d4c5468ff_Method">
    <vt:lpwstr>Standard</vt:lpwstr>
  </property>
  <property fmtid="{D5CDD505-2E9C-101B-9397-08002B2CF9AE}" pid="20" name="MSIP_Label_38f1469a-2c2a-4aee-b92b-090d4c5468ff_Name">
    <vt:lpwstr>Confidential - Unmarked</vt:lpwstr>
  </property>
  <property fmtid="{D5CDD505-2E9C-101B-9397-08002B2CF9AE}" pid="21" name="MSIP_Label_38f1469a-2c2a-4aee-b92b-090d4c5468ff_SiteId">
    <vt:lpwstr>2a6e6092-73e4-4752-b1a5-477a17f5056d</vt:lpwstr>
  </property>
  <property fmtid="{D5CDD505-2E9C-101B-9397-08002B2CF9AE}" pid="22" name="MSIP_Label_38f1469a-2c2a-4aee-b92b-090d4c5468ff_ActionId">
    <vt:lpwstr>257d46fa-1ca7-4c5d-abdd-3d90e3eeb5ae</vt:lpwstr>
  </property>
  <property fmtid="{D5CDD505-2E9C-101B-9397-08002B2CF9AE}" pid="23" name="MSIP_Label_38f1469a-2c2a-4aee-b92b-090d4c5468ff_ContentBits">
    <vt:lpwstr>0</vt:lpwstr>
  </property>
  <property fmtid="{D5CDD505-2E9C-101B-9397-08002B2CF9AE}" pid="24" name="MSIP_Label_38f1469a-2c2a-4aee-b92b-090d4c5468ff_Tag">
    <vt:lpwstr>10, 3, 0, 1</vt:lpwstr>
  </property>
</Properties>
</file>